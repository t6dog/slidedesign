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3d5009d44547df" /><Relationship Type="http://schemas.openxmlformats.org/officeDocument/2006/relationships/extended-properties" Target="/docProps/app.xml" Id="R00eec5a83197475f" /><Relationship Type="http://schemas.openxmlformats.org/officeDocument/2006/relationships/officeDocument" Target="/ppt/presentation.xml" Id="R92fba53acb6847f0" /></Relationships>
</file>

<file path=ppt/presentation.xml><?xml version="1.0" encoding="utf-8"?>
<p:presentation xmlns:p="http://schemas.openxmlformats.org/presentationml/2006/main">
  <p:sldMasterIdLst>
    <p:sldMasterId xmlns:r="http://schemas.openxmlformats.org/officeDocument/2006/relationships" id="2147483648" r:id="Rf38e578cdacf4efe"/>
  </p:sldMasterIdLst>
  <p:notesMasterIdLst>
    <p:notesMasterId xmlns:r="http://schemas.openxmlformats.org/officeDocument/2006/relationships" r:id="R54b436fb80354a5c"/>
  </p:notesMasterIdLst>
  <p:sldIdLst>
    <p:sldId xmlns:r="http://schemas.openxmlformats.org/officeDocument/2006/relationships" id="256" r:id="R660a218ff0fd420f"/>
    <p:sldId xmlns:r="http://schemas.openxmlformats.org/officeDocument/2006/relationships" id="257" r:id="Rada2563c78c64093"/>
    <p:sldId xmlns:r="http://schemas.openxmlformats.org/officeDocument/2006/relationships" id="258" r:id="R4a2426ced68643f9"/>
    <p:sldId xmlns:r="http://schemas.openxmlformats.org/officeDocument/2006/relationships" id="259" r:id="Ra3739f63af694c16"/>
    <p:sldId xmlns:r="http://schemas.openxmlformats.org/officeDocument/2006/relationships" id="260" r:id="Raaaea89009044cae"/>
    <p:sldId xmlns:r="http://schemas.openxmlformats.org/officeDocument/2006/relationships" id="261" r:id="Ra20d111cdd8b49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1c1e1c93914c94" /><Relationship Type="http://schemas.openxmlformats.org/officeDocument/2006/relationships/slideMaster" Target="/ppt/slideMasters/slideMaster1.xml" Id="Rf38e578cdacf4efe" /><Relationship Type="http://schemas.openxmlformats.org/officeDocument/2006/relationships/notesMaster" Target="/ppt/notesMasters/notesMaster1.xml" Id="R54b436fb80354a5c" /><Relationship Type="http://schemas.openxmlformats.org/officeDocument/2006/relationships/presProps" Target="/ppt/presProps.xml" Id="R79da0773f4154527" /><Relationship Type="http://schemas.openxmlformats.org/officeDocument/2006/relationships/tableStyles" Target="/ppt/tableStyles.xml" Id="Rf67b59a1be584ffc" /><Relationship Type="http://schemas.openxmlformats.org/officeDocument/2006/relationships/slide" Target="/ppt/slides/slide1.xml" Id="R660a218ff0fd420f" /><Relationship Type="http://schemas.openxmlformats.org/officeDocument/2006/relationships/slide" Target="/ppt/slides/slide2.xml" Id="Rada2563c78c64093" /><Relationship Type="http://schemas.openxmlformats.org/officeDocument/2006/relationships/slide" Target="/ppt/slides/slide3.xml" Id="R4a2426ced68643f9" /><Relationship Type="http://schemas.openxmlformats.org/officeDocument/2006/relationships/slide" Target="/ppt/slides/slide4.xml" Id="Ra3739f63af694c16" /><Relationship Type="http://schemas.openxmlformats.org/officeDocument/2006/relationships/slide" Target="/ppt/slides/slide5.xml" Id="Raaaea89009044cae" /><Relationship Type="http://schemas.openxmlformats.org/officeDocument/2006/relationships/slide" Target="/ppt/slides/slide6.xml" Id="Ra20d111cdd8b49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00e9c452704b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483da730c74c34" /><Relationship Type="http://schemas.openxmlformats.org/officeDocument/2006/relationships/notesMaster" Target="/ppt/notesMasters/notesMaster1.xml" Id="R829f23c588b948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e696c2914949b1" /><Relationship Type="http://schemas.openxmlformats.org/officeDocument/2006/relationships/notesMaster" Target="/ppt/notesMasters/notesMaster1.xml" Id="Rc1feaf44904641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1676b1783d4243" /><Relationship Type="http://schemas.openxmlformats.org/officeDocument/2006/relationships/notesMaster" Target="/ppt/notesMasters/notesMaster1.xml" Id="R4518c81b49074e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1c16d05c2a43a2" /><Relationship Type="http://schemas.openxmlformats.org/officeDocument/2006/relationships/notesMaster" Target="/ppt/notesMasters/notesMaster1.xml" Id="Rb3a9d7104cdc4d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2d59da76fd4140" /><Relationship Type="http://schemas.openxmlformats.org/officeDocument/2006/relationships/notesMaster" Target="/ppt/notesMasters/notesMaster1.xml" Id="R85e367fdfbf747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c193e76784459d" /><Relationship Type="http://schemas.openxmlformats.org/officeDocument/2006/relationships/notesMaster" Target="/ppt/notesMasters/notesMaster1.xml" Id="Rdb23f6966b1843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slidedesign layout. All data, targets and organizations on this slide are fictional placeholders. No corporate template or logo used. Before delivery replace title, evidence, source locator, period, population and uncertainty. General design references: https://slideworks.io/resources/how-to-write-action-titles-like-mckinsey and https://deckary.com/blog/consulting-quality-slides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slidedesign layout. All data, targets and organizations on this slide are fictional placeholders. No corporate template or logo used. Before delivery replace title, evidence, source locator, period, population and uncertainty. General design references: https://slideworks.io/resources/how-to-write-action-titles-like-mckinsey and https://deckary.com/blog/consulting-quality-slides . Chart data: Current 40%, Pilot 60%; difference 20 percentage points, relative increase 50%. Do not confuse percentage points with relative percent. Values are synthetic. Native editable chart and a generated workbook snapshot are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slidedesign layout. All data, targets and organizations on this slide are fictional placeholders. No corporate template or logo used. Before delivery replace title, evidence, source locator, period, population and uncertainty. General design references: https://slideworks.io/resources/how-to-write-action-titles-like-mckinsey and https://deckary.com/blog/consulting-quality-slides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slidedesign layout. All data, targets and organizations on this slide are fictional placeholders. No corporate template or logo used. Before delivery replace title, evidence, source locator, period, population and uncertainty. General design references: https://slideworks.io/resources/how-to-write-action-titles-like-mckinsey and https://deckary.com/blog/consulting-quality-slides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slidedesign layout. All data, targets and organizations on this slide are fictional placeholders. No corporate template or logo used. Before delivery replace title, evidence, source locator, period, population and uncertainty. General design references: https://slideworks.io/resources/how-to-write-action-titles-like-mckinsey and https://deckary.com/blog/consulting-quality-slides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slidedesign layout. All data, targets and organizations on this slide are fictional placeholders. No corporate template or logo used. Before delivery replace title, evidence, source locator, period, population and uncertainty. General design references: https://slideworks.io/resources/how-to-write-action-titles-like-mckinsey and https://deckary.com/blog/consulting-quality-slides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f268544b5545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f2fe1b0af948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1a1b43b0ba645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e1fa3a9f6c42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cde704e71449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05248d81ce4f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0DEEFC-E758-4CA9-8175-91BC29051A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66FDB3-15CF-42D5-B54A-44312117E2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A4B697-E88C-4814-8674-B8D0A2FD91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376B8D-32FF-4613-A130-85DB34A34C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31DED9-7422-431D-A5A9-B6FF5A10CF5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C108B61-6339-418C-9BB9-7682D1A136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B0492E-98A0-4CA2-BD34-D9C45B0DA7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5E045A-8049-4F87-8E2E-EDD6634C2C4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6B5595-D373-4563-A8E9-CBC48F9C34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2C865F-9E24-47A8-AAE7-DE67E5B603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220a2cc2f248fa" /><Relationship Type="http://schemas.openxmlformats.org/officeDocument/2006/relationships/slideLayout" Target="/ppt/slideLayouts/slideLayout1.xml" Id="R1249a333157743ee" /><Relationship Type="http://schemas.openxmlformats.org/officeDocument/2006/relationships/slideLayout" Target="/ppt/slideLayouts/slideLayout2.xml" Id="R4bf41887d84b40f1" /><Relationship Type="http://schemas.openxmlformats.org/officeDocument/2006/relationships/slideLayout" Target="/ppt/slideLayouts/slideLayout3.xml" Id="R3e2f7464e3f644c6" /><Relationship Type="http://schemas.openxmlformats.org/officeDocument/2006/relationships/slideLayout" Target="/ppt/slideLayouts/slideLayout4.xml" Id="R9158b6197d0c4b29" /><Relationship Type="http://schemas.openxmlformats.org/officeDocument/2006/relationships/slideLayout" Target="/ppt/slideLayouts/slideLayout5.xml" Id="R2e6b1274bb744596" /><Relationship Type="http://schemas.openxmlformats.org/officeDocument/2006/relationships/slideLayout" Target="/ppt/slideLayouts/slideLayout6.xml" Id="Rd71e97d927824e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49a333157743ee"/>
    <p:sldLayoutId xmlns:r="http://schemas.openxmlformats.org/officeDocument/2006/relationships" id="2147483650" r:id="R4bf41887d84b40f1"/>
    <p:sldLayoutId xmlns:r="http://schemas.openxmlformats.org/officeDocument/2006/relationships" id="2147483651" r:id="R3e2f7464e3f644c6"/>
    <p:sldLayoutId xmlns:r="http://schemas.openxmlformats.org/officeDocument/2006/relationships" id="2147483652" r:id="R9158b6197d0c4b29"/>
    <p:sldLayoutId xmlns:r="http://schemas.openxmlformats.org/officeDocument/2006/relationships" id="2147483653" r:id="R2e6b1274bb744596"/>
    <p:sldLayoutId xmlns:r="http://schemas.openxmlformats.org/officeDocument/2006/relationships" id="2147483654" r:id="Rd71e97d927824e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4db60342e64e1c" /><Relationship Type="http://schemas.openxmlformats.org/officeDocument/2006/relationships/notesSlide" Target="/ppt/notesSlides/notesSlide1.xml" Id="R9823e39d5c5242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8222cbe64d42f1" /><Relationship Type="http://schemas.openxmlformats.org/officeDocument/2006/relationships/chart" Target="/ppt/slides/charts/chart1.xml" Id="R425ea246b7af4cd2" /><Relationship Type="http://schemas.openxmlformats.org/officeDocument/2006/relationships/notesSlide" Target="/ppt/notesSlides/notesSlide2.xml" Id="Re503e27601d84e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077800e93c48a0" /><Relationship Type="http://schemas.openxmlformats.org/officeDocument/2006/relationships/notesSlide" Target="/ppt/notesSlides/notesSlide3.xml" Id="R5203707b468747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3161f9f0b94ada" /><Relationship Type="http://schemas.openxmlformats.org/officeDocument/2006/relationships/notesSlide" Target="/ppt/notesSlides/notesSlide4.xml" Id="R0edde137c8fa42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a1240d1b30481e" /><Relationship Type="http://schemas.openxmlformats.org/officeDocument/2006/relationships/notesSlide" Target="/ppt/notesSlides/notesSlide5.xml" Id="R34878b7fe42448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4086e0f3114353" /><Relationship Type="http://schemas.openxmlformats.org/officeDocument/2006/relationships/notesSlide" Target="/ppt/notesSlides/notesSlide6.xml" Id="R122cb4f9660d45d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Completion</c:v>
          </c:tx>
          <c:spPr>
            <a:solidFill xmlns:a="http://schemas.openxmlformats.org/drawingml/2006/main">
              <a:srgbClr val="187F79"/>
            </a:solidFill>
          </c:spPr>
          <c:cat>
            <c:strRef>
              <c:f>'Chart Data'!$A$2:$A$3</c:f>
              <c:strCache>
                <c:ptCount val="2"/>
                <c:pt idx="0">
                  <c:v>Current</c:v>
                </c:pt>
                <c:pt idx="1">
                  <c:v>Pilot</c:v>
                </c:pt>
              </c:strCache>
            </c:strRef>
          </c:cat>
          <c:val>
            <c:numRef>
              <c:f>'Chart Data'!$B$2:$B$3</c:f>
              <c:numCache>
                <c:formatCode>0"%"</c:formatCode>
                <c:ptCount val="2"/>
                <c:pt idx="0">
                  <c:v>40</c:v>
                </c:pt>
                <c:pt idx="1">
                  <c:v>60</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350" b="1">
                  <a:solidFill>
                    <a:srgbClr val="17313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7D9"/>
            </a:solidFill>
          </a:ln>
        </c:spPr>
        <c:txPr>
          <a:bodyPr xmlns:a="http://schemas.openxmlformats.org/drawingml/2006/main" anchorCtr="1"/>
          <a:lstStyle xmlns:a="http://schemas.openxmlformats.org/drawingml/2006/main"/>
          <a:p xmlns:a="http://schemas.openxmlformats.org/drawingml/2006/main">
            <a:pPr>
              <a:defRPr sz="1275">
                <a:solidFill>
                  <a:srgbClr val="17313B"/>
                </a:solidFill>
                <a:latin typeface="DejaVu Sans"/>
                <a:ea typeface="DejaVu Sans"/>
                <a:cs typeface="DejaVu Sans"/>
              </a:defRPr>
            </a:pPr>
          </a:p>
        </c:txPr>
        <c:crossAx val="48672768"/>
      </c:catAx>
      <c:valAx>
        <c:axId val="48672768"/>
        <c:scaling>
          <c:orientation val="minMax"/>
          <c:max val="100"/>
          <c:min val="0"/>
        </c:scaling>
        <c:delete val="0"/>
        <c:axPos val="l"/>
        <c:majorGridlines>
          <c:spPr>
            <a:ln xmlns:a="http://schemas.openxmlformats.org/drawingml/2006/main" w="9525">
              <a:solidFill>
                <a:srgbClr val="CCD7D9"/>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56C"/>
                </a:solidFill>
                <a:latin typeface="DejaVu Sans"/>
                <a:ea typeface="DejaVu Sans"/>
                <a:cs typeface="DejaVu Sans"/>
              </a:defRPr>
            </a:pPr>
          </a:p>
        </c:txPr>
        <c:crossAx val="48650112"/>
        <c:crossBetween val="between"/>
        <c:majorUnit val="2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D5D4A00-E68F-4520-B66D-AB04AFAFFBE7}"/>
              </a:ext>
            </a:extLst>
          </p:cNvPr>
          <p:cNvSpPr>
            <a:spLocks xmlns:a="http://schemas.openxmlformats.org/drawingml/2006/main" noGrp="1"/>
          </p:cNvSpPr>
          <p:nvPr/>
        </p:nvSpPr>
        <p:spPr>
          <a:xfrm xmlns:a="http://schemas.openxmlformats.org/drawingml/2006/main">
            <a:off x="609600" y="266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53656C"/>
                </a:solidFill>
                <a:latin typeface="DejaVu Sans"/>
                <a:ea typeface="DejaVu Sans"/>
                <a:cs typeface="DejaVu Sans"/>
              </a:defRPr>
            </a:defPPr>
          </a:lstStyle>
          <a:p xmlns:a="http://schemas.openxmlformats.org/drawingml/2006/main">
            <a:pPr>
              <a:defRPr sz="975" b="1">
                <a:solidFill>
                  <a:srgbClr val="53656C"/>
                </a:solidFill>
                <a:latin typeface="DejaVu Sans"/>
                <a:ea typeface="DejaVu Sans"/>
                <a:cs typeface="DejaVu Sans"/>
              </a:defRPr>
            </a:pPr>
            <a:r>
              <a:rPr sz="975" b="1">
                <a:solidFill>
                  <a:srgbClr val="53656C"/>
                </a:solidFill>
                <a:latin typeface="DejaVu Sans"/>
                <a:ea typeface="DejaVu Sans"/>
                <a:cs typeface="DejaVu Sans"/>
              </a:rPr>
              <a:t>EXECUTIVE SUMMARY</a:t>
            </a:r>
          </a:p>
        </p:txBody>
      </p:sp>
      <p:sp>
        <p:nvSpPr>
          <p:cNvPr id="2" name="">
            <a:extLst xmlns:a="http://schemas.openxmlformats.org/drawingml/2006/main">
              <a:ext uri="{FF2B5EF4-FFF2-40B4-BE49-F238E27FC236}">
                <a16:creationId xmlns:a16="http://schemas.microsoft.com/office/drawing/2014/main" id="{1D886133-BA74-4FB2-A0E7-21A0326B8B8F}"/>
              </a:ext>
            </a:extLst>
          </p:cNvPr>
          <p:cNvSpPr>
            <a:spLocks xmlns:a="http://schemas.openxmlformats.org/drawingml/2006/main" noGrp="1"/>
          </p:cNvSpPr>
          <p:nvPr/>
        </p:nvSpPr>
        <p:spPr>
          <a:xfrm xmlns:a="http://schemas.openxmlformats.org/drawingml/2006/main">
            <a:off x="609600" y="647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17313B"/>
                </a:solidFill>
                <a:latin typeface="DejaVu Sans"/>
                <a:ea typeface="DejaVu Sans"/>
                <a:cs typeface="DejaVu Sans"/>
              </a:defRPr>
            </a:defPPr>
          </a:lstStyle>
          <a:p xmlns:a="http://schemas.openxmlformats.org/drawingml/2006/main">
            <a:pPr>
              <a:defRPr sz="2625" b="1">
                <a:solidFill>
                  <a:srgbClr val="17313B"/>
                </a:solidFill>
                <a:latin typeface="DejaVu Sans"/>
                <a:ea typeface="DejaVu Sans"/>
                <a:cs typeface="DejaVu Sans"/>
              </a:defRPr>
            </a:pPr>
            <a:r>
              <a:rPr sz="2625" b="1">
                <a:solidFill>
                  <a:srgbClr val="17313B"/>
                </a:solidFill>
                <a:latin typeface="DejaVu Sans"/>
                <a:ea typeface="DejaVu Sans"/>
                <a:cs typeface="DejaVu Sans"/>
              </a:rPr>
              <a:t>Approve a focused pilot before wider rollout</a:t>
            </a:r>
          </a:p>
        </p:txBody>
      </p:sp>
      <p:sp>
        <p:nvSpPr>
          <p:cNvPr id="3" name="">
            <a:extLst xmlns:a="http://schemas.openxmlformats.org/drawingml/2006/main">
              <a:ext uri="{FF2B5EF4-FFF2-40B4-BE49-F238E27FC236}">
                <a16:creationId xmlns:a16="http://schemas.microsoft.com/office/drawing/2014/main" id="{81370158-4A20-44C9-99F9-9FA40CEED478}"/>
              </a:ext>
            </a:extLst>
          </p:cNvPr>
          <p:cNvSpPr>
            <a:spLocks xmlns:a="http://schemas.openxmlformats.org/drawingml/2006/main" noGrp="1"/>
          </p:cNvSpPr>
          <p:nvPr/>
        </p:nvSpPr>
        <p:spPr>
          <a:xfrm xmlns:a="http://schemas.openxmlformats.org/drawingml/2006/main">
            <a:off x="609600" y="1609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53656C"/>
                </a:solidFill>
                <a:latin typeface="DejaVu Sans"/>
                <a:ea typeface="DejaVu Sans"/>
                <a:cs typeface="DejaVu Sans"/>
              </a:defRPr>
            </a:defPPr>
          </a:lstStyle>
          <a:p xmlns:a="http://schemas.openxmlformats.org/drawingml/2006/main">
            <a:pPr>
              <a:defRPr sz="1350" b="0">
                <a:solidFill>
                  <a:srgbClr val="53656C"/>
                </a:solidFill>
                <a:latin typeface="DejaVu Sans"/>
                <a:ea typeface="DejaVu Sans"/>
                <a:cs typeface="DejaVu Sans"/>
              </a:defRPr>
            </a:pPr>
            <a:r>
              <a:rPr sz="1350" b="0">
                <a:solidFill>
                  <a:srgbClr val="53656C"/>
                </a:solidFill>
                <a:latin typeface="DejaVu Sans"/>
                <a:ea typeface="DejaVu Sans"/>
                <a:cs typeface="DejaVu Sans"/>
              </a:rPr>
              <a:t>A one-page answer, supported by evidence and an explicit decision request</a:t>
            </a:r>
          </a:p>
        </p:txBody>
      </p:sp>
      <p:sp>
        <p:nvSpPr>
          <p:cNvPr id="4" name="">
            <a:extLst xmlns:a="http://schemas.openxmlformats.org/drawingml/2006/main">
              <a:ext uri="{FF2B5EF4-FFF2-40B4-BE49-F238E27FC236}">
                <a16:creationId xmlns:a16="http://schemas.microsoft.com/office/drawing/2014/main" id="{666AD36B-2DED-4ED4-96BE-F05D4D89300F}"/>
              </a:ext>
            </a:extLst>
          </p:cNvPr>
          <p:cNvSpPr>
            <a:spLocks xmlns:a="http://schemas.openxmlformats.org/drawingml/2006/main" noGrp="1"/>
          </p:cNvSpPr>
          <p:nvPr/>
        </p:nvSpPr>
        <p:spPr>
          <a:xfrm xmlns:a="http://schemas.openxmlformats.org/drawingml/2006/main">
            <a:off x="609600" y="2038350"/>
            <a:ext cx="10972800" cy="19050"/>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8C747F-F77F-4C1C-B2B1-06971F270DB6}"/>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BEE4E0-5664-43E4-B181-F03FF4E1DD2E}"/>
              </a:ext>
            </a:extLst>
          </p:cNvPr>
          <p:cNvSpPr>
            <a:spLocks xmlns:a="http://schemas.openxmlformats.org/drawingml/2006/main" noGrp="1"/>
          </p:cNvSpPr>
          <p:nvPr/>
        </p:nvSpPr>
        <p:spPr>
          <a:xfrm xmlns:a="http://schemas.openxmlformats.org/drawingml/2006/main">
            <a:off x="609600" y="64198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53656C"/>
                </a:solidFill>
                <a:latin typeface="DejaVu Sans"/>
                <a:ea typeface="DejaVu Sans"/>
                <a:cs typeface="DejaVu Sans"/>
              </a:defRPr>
            </a:defPPr>
          </a:lstStyle>
          <a:p xmlns:a="http://schemas.openxmlformats.org/drawingml/2006/main">
            <a:pPr>
              <a:defRPr sz="900" b="0">
                <a:solidFill>
                  <a:srgbClr val="53656C"/>
                </a:solidFill>
                <a:latin typeface="DejaVu Sans"/>
                <a:ea typeface="DejaVu Sans"/>
                <a:cs typeface="DejaVu Sans"/>
              </a:defRPr>
            </a:pPr>
            <a:r>
              <a:rPr sz="900" b="0">
                <a:solidFill>
                  <a:srgbClr val="53656C"/>
                </a:solidFill>
                <a:latin typeface="DejaVu Sans"/>
                <a:ea typeface="DejaVu Sans"/>
                <a:cs typeface="DejaVu Sans"/>
              </a:rPr>
              <a:t>SYNTHETIC EXAMPLE  |  Replace evidence, owners and sources before use</a:t>
            </a:r>
          </a:p>
        </p:txBody>
      </p:sp>
      <p:sp>
        <p:nvSpPr>
          <p:cNvPr id="7" name="">
            <a:extLst xmlns:a="http://schemas.openxmlformats.org/drawingml/2006/main">
              <a:ext uri="{FF2B5EF4-FFF2-40B4-BE49-F238E27FC236}">
                <a16:creationId xmlns:a16="http://schemas.microsoft.com/office/drawing/2014/main" id="{D91C1D01-817B-416C-AC53-1E1285891910}"/>
              </a:ext>
            </a:extLst>
          </p:cNvPr>
          <p:cNvSpPr>
            <a:spLocks xmlns:a="http://schemas.openxmlformats.org/drawingml/2006/main" noGrp="1"/>
          </p:cNvSpPr>
          <p:nvPr/>
        </p:nvSpPr>
        <p:spPr>
          <a:xfrm xmlns:a="http://schemas.openxmlformats.org/drawingml/2006/main">
            <a:off x="11001375" y="64198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1">
                <a:solidFill>
                  <a:srgbClr val="53656C"/>
                </a:solidFill>
                <a:latin typeface="DejaVu Sans"/>
                <a:ea typeface="DejaVu Sans"/>
                <a:cs typeface="DejaVu Sans"/>
              </a:defRPr>
            </a:defPPr>
          </a:lstStyle>
          <a:p xmlns:a="http://schemas.openxmlformats.org/drawingml/2006/main">
            <a:pPr>
              <a:defRPr sz="900" b="1">
                <a:solidFill>
                  <a:srgbClr val="53656C"/>
                </a:solidFill>
                <a:latin typeface="DejaVu Sans"/>
                <a:ea typeface="DejaVu Sans"/>
                <a:cs typeface="DejaVu Sans"/>
              </a:defRPr>
            </a:pPr>
            <a:r>
              <a:rPr sz="900" b="1">
                <a:solidFill>
                  <a:srgbClr val="53656C"/>
                </a:solidFill>
                <a:latin typeface="DejaVu Sans"/>
                <a:ea typeface="DejaVu Sans"/>
                <a:cs typeface="DejaVu Sans"/>
              </a:rPr>
              <a:t>01</a:t>
            </a:r>
          </a:p>
        </p:txBody>
      </p:sp>
      <p:sp>
        <p:nvSpPr>
          <p:cNvPr id="8" name="">
            <a:extLst xmlns:a="http://schemas.openxmlformats.org/drawingml/2006/main">
              <a:ext uri="{FF2B5EF4-FFF2-40B4-BE49-F238E27FC236}">
                <a16:creationId xmlns:a16="http://schemas.microsoft.com/office/drawing/2014/main" id="{E66C1CB5-330C-4CB1-884A-15C2D0A19597}"/>
              </a:ext>
            </a:extLst>
          </p:cNvPr>
          <p:cNvSpPr>
            <a:spLocks xmlns:a="http://schemas.openxmlformats.org/drawingml/2006/main" noGrp="1"/>
          </p:cNvSpPr>
          <p:nvPr/>
        </p:nvSpPr>
        <p:spPr>
          <a:xfrm xmlns:a="http://schemas.openxmlformats.org/drawingml/2006/main">
            <a:off x="609600" y="23431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50" b="1">
                <a:solidFill>
                  <a:srgbClr val="187F79"/>
                </a:solidFill>
                <a:latin typeface="DejaVu Sans"/>
                <a:ea typeface="DejaVu Sans"/>
                <a:cs typeface="DejaVu Sans"/>
              </a:defRPr>
            </a:defPPr>
          </a:lstStyle>
          <a:p xmlns:a="http://schemas.openxmlformats.org/drawingml/2006/main">
            <a:pPr>
              <a:defRPr sz="1050" b="1">
                <a:solidFill>
                  <a:srgbClr val="187F79"/>
                </a:solidFill>
                <a:latin typeface="DejaVu Sans"/>
                <a:ea typeface="DejaVu Sans"/>
                <a:cs typeface="DejaVu Sans"/>
              </a:defRPr>
            </a:pPr>
            <a:r>
              <a:rPr sz="1050" b="1">
                <a:solidFill>
                  <a:srgbClr val="187F79"/>
                </a:solidFill>
                <a:latin typeface="DejaVu Sans"/>
                <a:ea typeface="DejaVu Sans"/>
                <a:cs typeface="DejaVu Sans"/>
              </a:rPr>
              <a:t>RECOMMENDATION</a:t>
            </a:r>
          </a:p>
        </p:txBody>
      </p:sp>
      <p:sp>
        <p:nvSpPr>
          <p:cNvPr id="9" name="">
            <a:extLst xmlns:a="http://schemas.openxmlformats.org/drawingml/2006/main">
              <a:ext uri="{FF2B5EF4-FFF2-40B4-BE49-F238E27FC236}">
                <a16:creationId xmlns:a16="http://schemas.microsoft.com/office/drawing/2014/main" id="{23FA9181-47DE-4EBD-A270-5659E9D7EEA1}"/>
              </a:ext>
            </a:extLst>
          </p:cNvPr>
          <p:cNvSpPr>
            <a:spLocks xmlns:a="http://schemas.openxmlformats.org/drawingml/2006/main" noGrp="1"/>
          </p:cNvSpPr>
          <p:nvPr/>
        </p:nvSpPr>
        <p:spPr>
          <a:xfrm xmlns:a="http://schemas.openxmlformats.org/drawingml/2006/main">
            <a:off x="609600" y="2771775"/>
            <a:ext cx="3429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1">
                <a:solidFill>
                  <a:srgbClr val="17313B"/>
                </a:solidFill>
                <a:latin typeface="DejaVu Sans"/>
                <a:ea typeface="DejaVu Sans"/>
                <a:cs typeface="DejaVu Sans"/>
              </a:defRPr>
            </a:defPPr>
          </a:lstStyle>
          <a:p xmlns:a="http://schemas.openxmlformats.org/drawingml/2006/main">
            <a:pPr>
              <a:defRPr sz="2400" b="1">
                <a:solidFill>
                  <a:srgbClr val="17313B"/>
                </a:solidFill>
                <a:latin typeface="DejaVu Sans"/>
                <a:ea typeface="DejaVu Sans"/>
                <a:cs typeface="DejaVu Sans"/>
              </a:defRPr>
            </a:pPr>
            <a:r>
              <a:rPr sz="2400" b="1">
                <a:solidFill>
                  <a:srgbClr val="17313B"/>
                </a:solidFill>
                <a:latin typeface="DejaVu Sans"/>
                <a:ea typeface="DejaVu Sans"/>
                <a:cs typeface="DejaVu Sans"/>
              </a:rPr>
              <a:t>Test the onboarding change in one service team</a:t>
            </a:r>
          </a:p>
        </p:txBody>
      </p:sp>
      <p:sp>
        <p:nvSpPr>
          <p:cNvPr id="10" name="">
            <a:extLst xmlns:a="http://schemas.openxmlformats.org/drawingml/2006/main">
              <a:ext uri="{FF2B5EF4-FFF2-40B4-BE49-F238E27FC236}">
                <a16:creationId xmlns:a16="http://schemas.microsoft.com/office/drawing/2014/main" id="{BBC2A2FE-7242-4602-A1B9-E312BC71508A}"/>
              </a:ext>
            </a:extLst>
          </p:cNvPr>
          <p:cNvSpPr>
            <a:spLocks xmlns:a="http://schemas.openxmlformats.org/drawingml/2006/main" noGrp="1"/>
          </p:cNvSpPr>
          <p:nvPr/>
        </p:nvSpPr>
        <p:spPr>
          <a:xfrm xmlns:a="http://schemas.openxmlformats.org/drawingml/2006/main">
            <a:off x="609600" y="439102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53656C"/>
                </a:solidFill>
                <a:latin typeface="DejaVu Sans"/>
                <a:ea typeface="DejaVu Sans"/>
                <a:cs typeface="DejaVu Sans"/>
              </a:defRPr>
            </a:defPPr>
          </a:lstStyle>
          <a:p xmlns:a="http://schemas.openxmlformats.org/drawingml/2006/main">
            <a:pPr>
              <a:defRPr sz="1575" b="0">
                <a:solidFill>
                  <a:srgbClr val="53656C"/>
                </a:solidFill>
                <a:latin typeface="DejaVu Sans"/>
                <a:ea typeface="DejaVu Sans"/>
                <a:cs typeface="DejaVu Sans"/>
              </a:defRPr>
            </a:pPr>
            <a:r>
              <a:rPr sz="1575" b="0">
                <a:solidFill>
                  <a:srgbClr val="53656C"/>
                </a:solidFill>
                <a:latin typeface="DejaVu Sans"/>
                <a:ea typeface="DejaVu Sans"/>
                <a:cs typeface="DejaVu Sans"/>
              </a:rPr>
              <a:t>Bound the commitment. Define the learning goal and the condition for scaling.</a:t>
            </a:r>
          </a:p>
        </p:txBody>
      </p:sp>
      <p:sp>
        <p:nvSpPr>
          <p:cNvPr id="11" name="">
            <a:extLst xmlns:a="http://schemas.openxmlformats.org/drawingml/2006/main">
              <a:ext uri="{FF2B5EF4-FFF2-40B4-BE49-F238E27FC236}">
                <a16:creationId xmlns:a16="http://schemas.microsoft.com/office/drawing/2014/main" id="{4210E0ED-1E7A-4F48-9F00-5A71587BBC25}"/>
              </a:ext>
            </a:extLst>
          </p:cNvPr>
          <p:cNvSpPr>
            <a:spLocks xmlns:a="http://schemas.openxmlformats.org/drawingml/2006/main" noGrp="1"/>
          </p:cNvSpPr>
          <p:nvPr/>
        </p:nvSpPr>
        <p:spPr>
          <a:xfrm xmlns:a="http://schemas.openxmlformats.org/drawingml/2006/main">
            <a:off x="4476750" y="2324100"/>
            <a:ext cx="38100" cy="857250"/>
          </a:xfrm>
          <a:prstGeom xmlns:a="http://schemas.openxmlformats.org/drawingml/2006/main" prst="rect">
            <a:avLst/>
          </a:prstGeom>
          <a:solidFill xmlns:a="http://schemas.openxmlformats.org/drawingml/2006/main">
            <a:srgbClr val="187F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873338C-8ACF-4C74-A205-2FFB1650A683}"/>
              </a:ext>
            </a:extLst>
          </p:cNvPr>
          <p:cNvSpPr>
            <a:spLocks xmlns:a="http://schemas.openxmlformats.org/drawingml/2006/main" noGrp="1"/>
          </p:cNvSpPr>
          <p:nvPr/>
        </p:nvSpPr>
        <p:spPr>
          <a:xfrm xmlns:a="http://schemas.openxmlformats.org/drawingml/2006/main">
            <a:off x="4705350" y="2324100"/>
            <a:ext cx="652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17313B"/>
                </a:solidFill>
                <a:latin typeface="DejaVu Sans"/>
                <a:ea typeface="DejaVu Sans"/>
                <a:cs typeface="DejaVu Sans"/>
              </a:defRPr>
            </a:defPPr>
          </a:lstStyle>
          <a:p xmlns:a="http://schemas.openxmlformats.org/drawingml/2006/main">
            <a:pPr>
              <a:defRPr sz="1650" b="1">
                <a:solidFill>
                  <a:srgbClr val="17313B"/>
                </a:solidFill>
                <a:latin typeface="DejaVu Sans"/>
                <a:ea typeface="DejaVu Sans"/>
                <a:cs typeface="DejaVu Sans"/>
              </a:defRPr>
            </a:pPr>
            <a:r>
              <a:rPr sz="1650" b="1">
                <a:solidFill>
                  <a:srgbClr val="17313B"/>
                </a:solidFill>
                <a:latin typeface="DejaVu Sans"/>
                <a:ea typeface="DejaVu Sans"/>
                <a:cs typeface="DejaVu Sans"/>
              </a:rPr>
              <a:t>Evidence</a:t>
            </a:r>
          </a:p>
        </p:txBody>
      </p:sp>
      <p:sp>
        <p:nvSpPr>
          <p:cNvPr id="13" name="">
            <a:extLst xmlns:a="http://schemas.openxmlformats.org/drawingml/2006/main">
              <a:ext uri="{FF2B5EF4-FFF2-40B4-BE49-F238E27FC236}">
                <a16:creationId xmlns:a16="http://schemas.microsoft.com/office/drawing/2014/main" id="{E40D3B96-91C3-4C3E-AA60-1A6D3D88AFA1}"/>
              </a:ext>
            </a:extLst>
          </p:cNvPr>
          <p:cNvSpPr>
            <a:spLocks xmlns:a="http://schemas.openxmlformats.org/drawingml/2006/main" noGrp="1"/>
          </p:cNvSpPr>
          <p:nvPr/>
        </p:nvSpPr>
        <p:spPr>
          <a:xfrm xmlns:a="http://schemas.openxmlformats.org/drawingml/2006/main">
            <a:off x="4705350" y="2705100"/>
            <a:ext cx="652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17313B"/>
                </a:solidFill>
                <a:latin typeface="DejaVu Sans"/>
                <a:ea typeface="DejaVu Sans"/>
                <a:cs typeface="DejaVu Sans"/>
              </a:defRPr>
            </a:defPPr>
          </a:lstStyle>
          <a:p xmlns:a="http://schemas.openxmlformats.org/drawingml/2006/main">
            <a:pPr>
              <a:defRPr sz="1650" b="0">
                <a:solidFill>
                  <a:srgbClr val="17313B"/>
                </a:solidFill>
                <a:latin typeface="DejaVu Sans"/>
                <a:ea typeface="DejaVu Sans"/>
                <a:cs typeface="DejaVu Sans"/>
              </a:defRPr>
            </a:pPr>
            <a:r>
              <a:rPr sz="1650" b="0">
                <a:solidFill>
                  <a:srgbClr val="17313B"/>
                </a:solidFill>
                <a:latin typeface="DejaVu Sans"/>
                <a:ea typeface="DejaVu Sans"/>
                <a:cs typeface="DejaVu Sans"/>
              </a:rPr>
              <a:t>The illustrative pilot lifts completion from 40% to 60%.</a:t>
            </a:r>
          </a:p>
        </p:txBody>
      </p:sp>
      <p:sp>
        <p:nvSpPr>
          <p:cNvPr id="14" name="">
            <a:extLst xmlns:a="http://schemas.openxmlformats.org/drawingml/2006/main">
              <a:ext uri="{FF2B5EF4-FFF2-40B4-BE49-F238E27FC236}">
                <a16:creationId xmlns:a16="http://schemas.microsoft.com/office/drawing/2014/main" id="{E962B00A-ECCC-4FC5-BDAB-2F89D3908E91}"/>
              </a:ext>
            </a:extLst>
          </p:cNvPr>
          <p:cNvSpPr>
            <a:spLocks xmlns:a="http://schemas.openxmlformats.org/drawingml/2006/main" noGrp="1"/>
          </p:cNvSpPr>
          <p:nvPr/>
        </p:nvSpPr>
        <p:spPr>
          <a:xfrm xmlns:a="http://schemas.openxmlformats.org/drawingml/2006/main">
            <a:off x="4476750" y="3429000"/>
            <a:ext cx="38100" cy="857250"/>
          </a:xfrm>
          <a:prstGeom xmlns:a="http://schemas.openxmlformats.org/drawingml/2006/main" prst="rect">
            <a:avLst/>
          </a:prstGeom>
          <a:solidFill xmlns:a="http://schemas.openxmlformats.org/drawingml/2006/main">
            <a:srgbClr val="18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E6DC68A-8977-4FC5-BEBE-BB0FF0A3349C}"/>
              </a:ext>
            </a:extLst>
          </p:cNvPr>
          <p:cNvSpPr>
            <a:spLocks xmlns:a="http://schemas.openxmlformats.org/drawingml/2006/main" noGrp="1"/>
          </p:cNvSpPr>
          <p:nvPr/>
        </p:nvSpPr>
        <p:spPr>
          <a:xfrm xmlns:a="http://schemas.openxmlformats.org/drawingml/2006/main">
            <a:off x="4705350" y="3429000"/>
            <a:ext cx="652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17313B"/>
                </a:solidFill>
                <a:latin typeface="DejaVu Sans"/>
                <a:ea typeface="DejaVu Sans"/>
                <a:cs typeface="DejaVu Sans"/>
              </a:defRPr>
            </a:defPPr>
          </a:lstStyle>
          <a:p xmlns:a="http://schemas.openxmlformats.org/drawingml/2006/main">
            <a:pPr>
              <a:defRPr sz="1650" b="1">
                <a:solidFill>
                  <a:srgbClr val="17313B"/>
                </a:solidFill>
                <a:latin typeface="DejaVu Sans"/>
                <a:ea typeface="DejaVu Sans"/>
                <a:cs typeface="DejaVu Sans"/>
              </a:defRPr>
            </a:pPr>
            <a:r>
              <a:rPr sz="1650" b="1">
                <a:solidFill>
                  <a:srgbClr val="17313B"/>
                </a:solidFill>
                <a:latin typeface="DejaVu Sans"/>
                <a:ea typeface="DejaVu Sans"/>
                <a:cs typeface="DejaVu Sans"/>
              </a:rPr>
              <a:t>Trade-off</a:t>
            </a:r>
          </a:p>
        </p:txBody>
      </p:sp>
      <p:sp>
        <p:nvSpPr>
          <p:cNvPr id="16" name="">
            <a:extLst xmlns:a="http://schemas.openxmlformats.org/drawingml/2006/main">
              <a:ext uri="{FF2B5EF4-FFF2-40B4-BE49-F238E27FC236}">
                <a16:creationId xmlns:a16="http://schemas.microsoft.com/office/drawing/2014/main" id="{EC3045A6-82B3-4D76-B712-A1A8648B9A9C}"/>
              </a:ext>
            </a:extLst>
          </p:cNvPr>
          <p:cNvSpPr>
            <a:spLocks xmlns:a="http://schemas.openxmlformats.org/drawingml/2006/main" noGrp="1"/>
          </p:cNvSpPr>
          <p:nvPr/>
        </p:nvSpPr>
        <p:spPr>
          <a:xfrm xmlns:a="http://schemas.openxmlformats.org/drawingml/2006/main">
            <a:off x="4705350" y="3810000"/>
            <a:ext cx="652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17313B"/>
                </a:solidFill>
                <a:latin typeface="DejaVu Sans"/>
                <a:ea typeface="DejaVu Sans"/>
                <a:cs typeface="DejaVu Sans"/>
              </a:defRPr>
            </a:defPPr>
          </a:lstStyle>
          <a:p xmlns:a="http://schemas.openxmlformats.org/drawingml/2006/main">
            <a:pPr>
              <a:defRPr sz="1650" b="0">
                <a:solidFill>
                  <a:srgbClr val="17313B"/>
                </a:solidFill>
                <a:latin typeface="DejaVu Sans"/>
                <a:ea typeface="DejaVu Sans"/>
                <a:cs typeface="DejaVu Sans"/>
              </a:defRPr>
            </a:pPr>
            <a:r>
              <a:rPr sz="1650" b="0">
                <a:solidFill>
                  <a:srgbClr val="17313B"/>
                </a:solidFill>
                <a:latin typeface="DejaVu Sans"/>
                <a:ea typeface="DejaVu Sans"/>
                <a:cs typeface="DejaVu Sans"/>
              </a:rPr>
              <a:t>A smaller launch limits exposure while preserving a comparison.</a:t>
            </a:r>
          </a:p>
        </p:txBody>
      </p:sp>
      <p:sp>
        <p:nvSpPr>
          <p:cNvPr id="17" name="">
            <a:extLst xmlns:a="http://schemas.openxmlformats.org/drawingml/2006/main">
              <a:ext uri="{FF2B5EF4-FFF2-40B4-BE49-F238E27FC236}">
                <a16:creationId xmlns:a16="http://schemas.microsoft.com/office/drawing/2014/main" id="{DFC9D6F6-3A81-4D59-9B65-793270B4F018}"/>
              </a:ext>
            </a:extLst>
          </p:cNvPr>
          <p:cNvSpPr>
            <a:spLocks xmlns:a="http://schemas.openxmlformats.org/drawingml/2006/main" noGrp="1"/>
          </p:cNvSpPr>
          <p:nvPr/>
        </p:nvSpPr>
        <p:spPr>
          <a:xfrm xmlns:a="http://schemas.openxmlformats.org/drawingml/2006/main">
            <a:off x="4476750" y="4533900"/>
            <a:ext cx="38100" cy="857250"/>
          </a:xfrm>
          <a:prstGeom xmlns:a="http://schemas.openxmlformats.org/drawingml/2006/main" prst="rect">
            <a:avLst/>
          </a:prstGeom>
          <a:solidFill xmlns:a="http://schemas.openxmlformats.org/drawingml/2006/main">
            <a:srgbClr val="18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E0B8AD6-B726-4D71-ADE1-627CFF164F38}"/>
              </a:ext>
            </a:extLst>
          </p:cNvPr>
          <p:cNvSpPr>
            <a:spLocks xmlns:a="http://schemas.openxmlformats.org/drawingml/2006/main" noGrp="1"/>
          </p:cNvSpPr>
          <p:nvPr/>
        </p:nvSpPr>
        <p:spPr>
          <a:xfrm xmlns:a="http://schemas.openxmlformats.org/drawingml/2006/main">
            <a:off x="4705350" y="4533900"/>
            <a:ext cx="652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17313B"/>
                </a:solidFill>
                <a:latin typeface="DejaVu Sans"/>
                <a:ea typeface="DejaVu Sans"/>
                <a:cs typeface="DejaVu Sans"/>
              </a:defRPr>
            </a:defPPr>
          </a:lstStyle>
          <a:p xmlns:a="http://schemas.openxmlformats.org/drawingml/2006/main">
            <a:pPr>
              <a:defRPr sz="1650" b="1">
                <a:solidFill>
                  <a:srgbClr val="17313B"/>
                </a:solidFill>
                <a:latin typeface="DejaVu Sans"/>
                <a:ea typeface="DejaVu Sans"/>
                <a:cs typeface="DejaVu Sans"/>
              </a:defRPr>
            </a:pPr>
            <a:r>
              <a:rPr sz="1650" b="1">
                <a:solidFill>
                  <a:srgbClr val="17313B"/>
                </a:solidFill>
                <a:latin typeface="DejaVu Sans"/>
                <a:ea typeface="DejaVu Sans"/>
                <a:cs typeface="DejaVu Sans"/>
              </a:rPr>
              <a:t>Decision needed</a:t>
            </a:r>
          </a:p>
        </p:txBody>
      </p:sp>
      <p:sp>
        <p:nvSpPr>
          <p:cNvPr id="19" name="">
            <a:extLst xmlns:a="http://schemas.openxmlformats.org/drawingml/2006/main">
              <a:ext uri="{FF2B5EF4-FFF2-40B4-BE49-F238E27FC236}">
                <a16:creationId xmlns:a16="http://schemas.microsoft.com/office/drawing/2014/main" id="{B0D377AB-FC1B-4FEE-962E-B4CA401A4C39}"/>
              </a:ext>
            </a:extLst>
          </p:cNvPr>
          <p:cNvSpPr>
            <a:spLocks xmlns:a="http://schemas.openxmlformats.org/drawingml/2006/main" noGrp="1"/>
          </p:cNvSpPr>
          <p:nvPr/>
        </p:nvSpPr>
        <p:spPr>
          <a:xfrm xmlns:a="http://schemas.openxmlformats.org/drawingml/2006/main">
            <a:off x="4705350" y="4914900"/>
            <a:ext cx="6524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17313B"/>
                </a:solidFill>
                <a:latin typeface="DejaVu Sans"/>
                <a:ea typeface="DejaVu Sans"/>
                <a:cs typeface="DejaVu Sans"/>
              </a:defRPr>
            </a:defPPr>
          </a:lstStyle>
          <a:p xmlns:a="http://schemas.openxmlformats.org/drawingml/2006/main">
            <a:pPr>
              <a:defRPr sz="1650" b="0">
                <a:solidFill>
                  <a:srgbClr val="17313B"/>
                </a:solidFill>
                <a:latin typeface="DejaVu Sans"/>
                <a:ea typeface="DejaVu Sans"/>
                <a:cs typeface="DejaVu Sans"/>
              </a:defRPr>
            </a:pPr>
            <a:r>
              <a:rPr sz="1650" b="0">
                <a:solidFill>
                  <a:srgbClr val="17313B"/>
                </a:solidFill>
                <a:latin typeface="DejaVu Sans"/>
                <a:ea typeface="DejaVu Sans"/>
                <a:cs typeface="DejaVu Sans"/>
              </a:rPr>
              <a:t>Name an accountable owner and agree the review criteria.</a:t>
            </a:r>
          </a:p>
        </p:txBody>
      </p:sp>
    </p:spTree>
    <p:extLst>
      <p:ext uri="{BB962C8B-B14F-4D97-AF65-F5344CB8AC3E}">
        <p14:creationId xmlns:p14="http://schemas.microsoft.com/office/powerpoint/2010/main" val="9224183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758B3B-B412-487E-849C-60324AC3F8B1}"/>
              </a:ext>
            </a:extLst>
          </p:cNvPr>
          <p:cNvSpPr>
            <a:spLocks xmlns:a="http://schemas.openxmlformats.org/drawingml/2006/main" noGrp="1"/>
          </p:cNvSpPr>
          <p:nvPr/>
        </p:nvSpPr>
        <p:spPr>
          <a:xfrm xmlns:a="http://schemas.openxmlformats.org/drawingml/2006/main">
            <a:off x="609600" y="266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53656C"/>
                </a:solidFill>
                <a:latin typeface="DejaVu Sans"/>
                <a:ea typeface="DejaVu Sans"/>
                <a:cs typeface="DejaVu Sans"/>
              </a:defRPr>
            </a:defPPr>
          </a:lstStyle>
          <a:p xmlns:a="http://schemas.openxmlformats.org/drawingml/2006/main">
            <a:pPr>
              <a:defRPr sz="975" b="1">
                <a:solidFill>
                  <a:srgbClr val="53656C"/>
                </a:solidFill>
                <a:latin typeface="DejaVu Sans"/>
                <a:ea typeface="DejaVu Sans"/>
                <a:cs typeface="DejaVu Sans"/>
              </a:defRPr>
            </a:pPr>
            <a:r>
              <a:rPr sz="975" b="1">
                <a:solidFill>
                  <a:srgbClr val="53656C"/>
                </a:solidFill>
                <a:latin typeface="DejaVu Sans"/>
                <a:ea typeface="DejaVu Sans"/>
                <a:cs typeface="DejaVu Sans"/>
              </a:rPr>
              <a:t>EVIDENCE COMPARISON</a:t>
            </a:r>
          </a:p>
        </p:txBody>
      </p:sp>
      <p:sp>
        <p:nvSpPr>
          <p:cNvPr id="2" name="">
            <a:extLst xmlns:a="http://schemas.openxmlformats.org/drawingml/2006/main">
              <a:ext uri="{FF2B5EF4-FFF2-40B4-BE49-F238E27FC236}">
                <a16:creationId xmlns:a16="http://schemas.microsoft.com/office/drawing/2014/main" id="{BA446906-92EE-42BA-B381-9A2DAE003E9B}"/>
              </a:ext>
            </a:extLst>
          </p:cNvPr>
          <p:cNvSpPr>
            <a:spLocks xmlns:a="http://schemas.openxmlformats.org/drawingml/2006/main" noGrp="1"/>
          </p:cNvSpPr>
          <p:nvPr/>
        </p:nvSpPr>
        <p:spPr>
          <a:xfrm xmlns:a="http://schemas.openxmlformats.org/drawingml/2006/main">
            <a:off x="609600" y="647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17313B"/>
                </a:solidFill>
                <a:latin typeface="DejaVu Sans"/>
                <a:ea typeface="DejaVu Sans"/>
                <a:cs typeface="DejaVu Sans"/>
              </a:defRPr>
            </a:defPPr>
          </a:lstStyle>
          <a:p xmlns:a="http://schemas.openxmlformats.org/drawingml/2006/main">
            <a:pPr>
              <a:defRPr sz="2625" b="1">
                <a:solidFill>
                  <a:srgbClr val="17313B"/>
                </a:solidFill>
                <a:latin typeface="DejaVu Sans"/>
                <a:ea typeface="DejaVu Sans"/>
                <a:cs typeface="DejaVu Sans"/>
              </a:defRPr>
            </a:pPr>
            <a:r>
              <a:rPr sz="2625" b="1">
                <a:solidFill>
                  <a:srgbClr val="17313B"/>
                </a:solidFill>
                <a:latin typeface="DejaVu Sans"/>
                <a:ea typeface="DejaVu Sans"/>
                <a:cs typeface="DejaVu Sans"/>
              </a:rPr>
              <a:t>The pilot gains 20 percentage points in completion</a:t>
            </a:r>
          </a:p>
        </p:txBody>
      </p:sp>
      <p:sp>
        <p:nvSpPr>
          <p:cNvPr id="3" name="">
            <a:extLst xmlns:a="http://schemas.openxmlformats.org/drawingml/2006/main">
              <a:ext uri="{FF2B5EF4-FFF2-40B4-BE49-F238E27FC236}">
                <a16:creationId xmlns:a16="http://schemas.microsoft.com/office/drawing/2014/main" id="{4E2A56EB-C18A-42A3-9BF4-A9A91DED1881}"/>
              </a:ext>
            </a:extLst>
          </p:cNvPr>
          <p:cNvSpPr>
            <a:spLocks xmlns:a="http://schemas.openxmlformats.org/drawingml/2006/main" noGrp="1"/>
          </p:cNvSpPr>
          <p:nvPr/>
        </p:nvSpPr>
        <p:spPr>
          <a:xfrm xmlns:a="http://schemas.openxmlformats.org/drawingml/2006/main">
            <a:off x="609600" y="1609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53656C"/>
                </a:solidFill>
                <a:latin typeface="DejaVu Sans"/>
                <a:ea typeface="DejaVu Sans"/>
                <a:cs typeface="DejaVu Sans"/>
              </a:defRPr>
            </a:defPPr>
          </a:lstStyle>
          <a:p xmlns:a="http://schemas.openxmlformats.org/drawingml/2006/main">
            <a:pPr>
              <a:defRPr sz="1350" b="0">
                <a:solidFill>
                  <a:srgbClr val="53656C"/>
                </a:solidFill>
                <a:latin typeface="DejaVu Sans"/>
                <a:ea typeface="DejaVu Sans"/>
                <a:cs typeface="DejaVu Sans"/>
              </a:defRPr>
            </a:pPr>
            <a:r>
              <a:rPr sz="1350" b="0">
                <a:solidFill>
                  <a:srgbClr val="53656C"/>
                </a:solidFill>
                <a:latin typeface="DejaVu Sans"/>
                <a:ea typeface="DejaVu Sans"/>
                <a:cs typeface="DejaVu Sans"/>
              </a:rPr>
              <a:t>Completion rate, % of eligible users; illustrative comparison, not a causal estimate</a:t>
            </a:r>
          </a:p>
        </p:txBody>
      </p:sp>
      <p:sp>
        <p:nvSpPr>
          <p:cNvPr id="4" name="">
            <a:extLst xmlns:a="http://schemas.openxmlformats.org/drawingml/2006/main">
              <a:ext uri="{FF2B5EF4-FFF2-40B4-BE49-F238E27FC236}">
                <a16:creationId xmlns:a16="http://schemas.microsoft.com/office/drawing/2014/main" id="{7D4FB308-A9E6-440A-8816-A85B27B62191}"/>
              </a:ext>
            </a:extLst>
          </p:cNvPr>
          <p:cNvSpPr>
            <a:spLocks xmlns:a="http://schemas.openxmlformats.org/drawingml/2006/main" noGrp="1"/>
          </p:cNvSpPr>
          <p:nvPr/>
        </p:nvSpPr>
        <p:spPr>
          <a:xfrm xmlns:a="http://schemas.openxmlformats.org/drawingml/2006/main">
            <a:off x="609600" y="2038350"/>
            <a:ext cx="10972800" cy="19050"/>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569A17-AD5A-4FB6-ABE4-00EA820006A8}"/>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933D5D-ED3D-4762-8BCB-CA7A526FF79F}"/>
              </a:ext>
            </a:extLst>
          </p:cNvPr>
          <p:cNvSpPr>
            <a:spLocks xmlns:a="http://schemas.openxmlformats.org/drawingml/2006/main" noGrp="1"/>
          </p:cNvSpPr>
          <p:nvPr/>
        </p:nvSpPr>
        <p:spPr>
          <a:xfrm xmlns:a="http://schemas.openxmlformats.org/drawingml/2006/main">
            <a:off x="609600" y="64198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53656C"/>
                </a:solidFill>
                <a:latin typeface="DejaVu Sans"/>
                <a:ea typeface="DejaVu Sans"/>
                <a:cs typeface="DejaVu Sans"/>
              </a:defRPr>
            </a:defPPr>
          </a:lstStyle>
          <a:p xmlns:a="http://schemas.openxmlformats.org/drawingml/2006/main">
            <a:pPr>
              <a:defRPr sz="900" b="0">
                <a:solidFill>
                  <a:srgbClr val="53656C"/>
                </a:solidFill>
                <a:latin typeface="DejaVu Sans"/>
                <a:ea typeface="DejaVu Sans"/>
                <a:cs typeface="DejaVu Sans"/>
              </a:defRPr>
            </a:pPr>
            <a:r>
              <a:rPr sz="900" b="0">
                <a:solidFill>
                  <a:srgbClr val="53656C"/>
                </a:solidFill>
                <a:latin typeface="DejaVu Sans"/>
                <a:ea typeface="DejaVu Sans"/>
                <a:cs typeface="DejaVu Sans"/>
              </a:rPr>
              <a:t>SYNTHETIC EXAMPLE  |  Replace evidence, owners and sources before use</a:t>
            </a:r>
          </a:p>
        </p:txBody>
      </p:sp>
      <p:sp>
        <p:nvSpPr>
          <p:cNvPr id="7" name="">
            <a:extLst xmlns:a="http://schemas.openxmlformats.org/drawingml/2006/main">
              <a:ext uri="{FF2B5EF4-FFF2-40B4-BE49-F238E27FC236}">
                <a16:creationId xmlns:a16="http://schemas.microsoft.com/office/drawing/2014/main" id="{347655B4-E362-4E10-B637-D63D8C37FEB5}"/>
              </a:ext>
            </a:extLst>
          </p:cNvPr>
          <p:cNvSpPr>
            <a:spLocks xmlns:a="http://schemas.openxmlformats.org/drawingml/2006/main" noGrp="1"/>
          </p:cNvSpPr>
          <p:nvPr/>
        </p:nvSpPr>
        <p:spPr>
          <a:xfrm xmlns:a="http://schemas.openxmlformats.org/drawingml/2006/main">
            <a:off x="11001375" y="64198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1">
                <a:solidFill>
                  <a:srgbClr val="53656C"/>
                </a:solidFill>
                <a:latin typeface="DejaVu Sans"/>
                <a:ea typeface="DejaVu Sans"/>
                <a:cs typeface="DejaVu Sans"/>
              </a:defRPr>
            </a:defPPr>
          </a:lstStyle>
          <a:p xmlns:a="http://schemas.openxmlformats.org/drawingml/2006/main">
            <a:pPr>
              <a:defRPr sz="900" b="1">
                <a:solidFill>
                  <a:srgbClr val="53656C"/>
                </a:solidFill>
                <a:latin typeface="DejaVu Sans"/>
                <a:ea typeface="DejaVu Sans"/>
                <a:cs typeface="DejaVu Sans"/>
              </a:defRPr>
            </a:pPr>
            <a:r>
              <a:rPr sz="900" b="1">
                <a:solidFill>
                  <a:srgbClr val="53656C"/>
                </a:solidFill>
                <a:latin typeface="DejaVu Sans"/>
                <a:ea typeface="DejaVu Sans"/>
                <a:cs typeface="DejaVu Sans"/>
              </a:rPr>
              <a:t>02</a:t>
            </a:r>
          </a:p>
        </p:txBody>
      </p:sp>
      <p:graphicFrame>
        <p:nvGraphicFramePr>
          <p:cNvPr id="8" name="Chart">
            <a:extLst xmlns:a="http://schemas.openxmlformats.org/drawingml/2006/main">
              <a:ext uri="{FF2B5EF4-FFF2-40B4-BE49-F238E27FC236}">
                <a16:creationId xmlns:a16="http://schemas.microsoft.com/office/drawing/2014/main" id="{468FBB0B-B0FD-48FA-9775-C67C33BFB3B7}"/>
              </a:ext>
            </a:extLst>
          </p:cNvPr>
          <p:cNvGraphicFramePr/>
          <p:nvPr/>
        </p:nvGraphicFramePr>
        <p:xfrm>
          <a:off xmlns:a="http://schemas.openxmlformats.org/drawingml/2006/main" x="609600" y="2305050"/>
          <a:ext xmlns:a="http://schemas.openxmlformats.org/drawingml/2006/main" cx="7048500" cy="3619500"/>
        </p:xfrm>
        <a:graphic xmlns:a="http://schemas.openxmlformats.org/drawingml/2006/main">
          <a:graphicData uri="http://schemas.openxmlformats.org/drawingml/2006/chart">
            <c:chart xmlns:r="http://schemas.openxmlformats.org/officeDocument/2006/relationships" xmlns:c="http://schemas.openxmlformats.org/drawingml/2006/chart" r:id="R425ea246b7af4cd2"/>
          </a:graphicData>
        </a:graphic>
      </p:graphicFrame>
      <p:sp>
        <p:nvSpPr>
          <p:cNvPr id="9" name="">
            <a:extLst xmlns:a="http://schemas.openxmlformats.org/drawingml/2006/main">
              <a:ext uri="{FF2B5EF4-FFF2-40B4-BE49-F238E27FC236}">
                <a16:creationId xmlns:a16="http://schemas.microsoft.com/office/drawing/2014/main" id="{88B77E45-EBA9-4806-A67A-47B4942C954D}"/>
              </a:ext>
            </a:extLst>
          </p:cNvPr>
          <p:cNvSpPr>
            <a:spLocks xmlns:a="http://schemas.openxmlformats.org/drawingml/2006/main" noGrp="1"/>
          </p:cNvSpPr>
          <p:nvPr/>
        </p:nvSpPr>
        <p:spPr>
          <a:xfrm xmlns:a="http://schemas.openxmlformats.org/drawingml/2006/main">
            <a:off x="8115300" y="2419350"/>
            <a:ext cx="3467100" cy="3162300"/>
          </a:xfrm>
          <a:prstGeom xmlns:a="http://schemas.openxmlformats.org/drawingml/2006/main" prst="rect">
            <a:avLst/>
          </a:prstGeom>
          <a:solidFill xmlns:a="http://schemas.openxmlformats.org/drawingml/2006/main">
            <a:srgbClr val="F2F6F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0F9B881-EB68-4AE3-A2E5-012D827862FA}"/>
              </a:ext>
            </a:extLst>
          </p:cNvPr>
          <p:cNvSpPr>
            <a:spLocks xmlns:a="http://schemas.openxmlformats.org/drawingml/2006/main" noGrp="1"/>
          </p:cNvSpPr>
          <p:nvPr/>
        </p:nvSpPr>
        <p:spPr>
          <a:xfrm xmlns:a="http://schemas.openxmlformats.org/drawingml/2006/main">
            <a:off x="8382000" y="2667000"/>
            <a:ext cx="2924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187F79"/>
                </a:solidFill>
                <a:latin typeface="DejaVu Sans"/>
                <a:ea typeface="DejaVu Sans"/>
                <a:cs typeface="DejaVu Sans"/>
              </a:defRPr>
            </a:defPPr>
          </a:lstStyle>
          <a:p xmlns:a="http://schemas.openxmlformats.org/drawingml/2006/main">
            <a:pPr>
              <a:defRPr sz="3750" b="1">
                <a:solidFill>
                  <a:srgbClr val="187F79"/>
                </a:solidFill>
                <a:latin typeface="DejaVu Sans"/>
                <a:ea typeface="DejaVu Sans"/>
                <a:cs typeface="DejaVu Sans"/>
              </a:defRPr>
            </a:pPr>
            <a:r>
              <a:rPr sz="3750" b="1">
                <a:solidFill>
                  <a:srgbClr val="187F79"/>
                </a:solidFill>
                <a:latin typeface="DejaVu Sans"/>
                <a:ea typeface="DejaVu Sans"/>
                <a:cs typeface="DejaVu Sans"/>
              </a:rPr>
              <a:t>+20 pp</a:t>
            </a:r>
          </a:p>
        </p:txBody>
      </p:sp>
      <p:sp>
        <p:nvSpPr>
          <p:cNvPr id="11" name="">
            <a:extLst xmlns:a="http://schemas.openxmlformats.org/drawingml/2006/main">
              <a:ext uri="{FF2B5EF4-FFF2-40B4-BE49-F238E27FC236}">
                <a16:creationId xmlns:a16="http://schemas.microsoft.com/office/drawing/2014/main" id="{4F8C512D-9DBF-468D-9E95-A58B979FAF85}"/>
              </a:ext>
            </a:extLst>
          </p:cNvPr>
          <p:cNvSpPr>
            <a:spLocks xmlns:a="http://schemas.openxmlformats.org/drawingml/2006/main" noGrp="1"/>
          </p:cNvSpPr>
          <p:nvPr/>
        </p:nvSpPr>
        <p:spPr>
          <a:xfrm xmlns:a="http://schemas.openxmlformats.org/drawingml/2006/main">
            <a:off x="8382000" y="3448050"/>
            <a:ext cx="2924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17313B"/>
                </a:solidFill>
                <a:latin typeface="DejaVu Sans"/>
                <a:ea typeface="DejaVu Sans"/>
                <a:cs typeface="DejaVu Sans"/>
              </a:defRPr>
            </a:defPPr>
          </a:lstStyle>
          <a:p xmlns:a="http://schemas.openxmlformats.org/drawingml/2006/main">
            <a:pPr>
              <a:defRPr sz="1650" b="1">
                <a:solidFill>
                  <a:srgbClr val="17313B"/>
                </a:solidFill>
                <a:latin typeface="DejaVu Sans"/>
                <a:ea typeface="DejaVu Sans"/>
                <a:cs typeface="DejaVu Sans"/>
              </a:defRPr>
            </a:pPr>
            <a:r>
              <a:rPr sz="1650" b="1">
                <a:solidFill>
                  <a:srgbClr val="17313B"/>
                </a:solidFill>
                <a:latin typeface="DejaVu Sans"/>
                <a:ea typeface="DejaVu Sans"/>
                <a:cs typeface="DejaVu Sans"/>
              </a:rPr>
              <a:t>Observed difference</a:t>
            </a:r>
          </a:p>
        </p:txBody>
      </p:sp>
      <p:sp>
        <p:nvSpPr>
          <p:cNvPr id="12" name="">
            <a:extLst xmlns:a="http://schemas.openxmlformats.org/drawingml/2006/main">
              <a:ext uri="{FF2B5EF4-FFF2-40B4-BE49-F238E27FC236}">
                <a16:creationId xmlns:a16="http://schemas.microsoft.com/office/drawing/2014/main" id="{D7473806-ADA8-4F22-9E52-90E9633B6942}"/>
              </a:ext>
            </a:extLst>
          </p:cNvPr>
          <p:cNvSpPr>
            <a:spLocks xmlns:a="http://schemas.openxmlformats.org/drawingml/2006/main" noGrp="1"/>
          </p:cNvSpPr>
          <p:nvPr/>
        </p:nvSpPr>
        <p:spPr>
          <a:xfrm xmlns:a="http://schemas.openxmlformats.org/drawingml/2006/main">
            <a:off x="8382000" y="4019550"/>
            <a:ext cx="28860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17313B"/>
                </a:solidFill>
                <a:latin typeface="DejaVu Sans"/>
                <a:ea typeface="DejaVu Sans"/>
                <a:cs typeface="DejaVu Sans"/>
              </a:defRPr>
            </a:defPPr>
          </a:lstStyle>
          <a:p xmlns:a="http://schemas.openxmlformats.org/drawingml/2006/main">
            <a:pPr>
              <a:defRPr sz="1575" b="0">
                <a:solidFill>
                  <a:srgbClr val="17313B"/>
                </a:solidFill>
                <a:latin typeface="DejaVu Sans"/>
                <a:ea typeface="DejaVu Sans"/>
                <a:cs typeface="DejaVu Sans"/>
              </a:defRPr>
            </a:pPr>
            <a:r>
              <a:rPr sz="1575" b="0">
                <a:solidFill>
                  <a:srgbClr val="17313B"/>
                </a:solidFill>
                <a:latin typeface="DejaVu Sans"/>
                <a:ea typeface="DejaVu Sans"/>
                <a:cs typeface="DejaVu Sans"/>
              </a:rPr>
              <a:t>Validate sample size, user mix and measurement period before attributing the gain to the change.</a:t>
            </a:r>
          </a:p>
        </p:txBody>
      </p:sp>
    </p:spTree>
    <p:extLst>
      <p:ext uri="{BB962C8B-B14F-4D97-AF65-F5344CB8AC3E}">
        <p14:creationId xmlns:p14="http://schemas.microsoft.com/office/powerpoint/2010/main" val="14898858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6CE012-3813-48FA-8F56-D825C9A36BFB}"/>
              </a:ext>
            </a:extLst>
          </p:cNvPr>
          <p:cNvSpPr>
            <a:spLocks xmlns:a="http://schemas.openxmlformats.org/drawingml/2006/main" noGrp="1"/>
          </p:cNvSpPr>
          <p:nvPr/>
        </p:nvSpPr>
        <p:spPr>
          <a:xfrm xmlns:a="http://schemas.openxmlformats.org/drawingml/2006/main">
            <a:off x="609600" y="266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53656C"/>
                </a:solidFill>
                <a:latin typeface="DejaVu Sans"/>
                <a:ea typeface="DejaVu Sans"/>
                <a:cs typeface="DejaVu Sans"/>
              </a:defRPr>
            </a:defPPr>
          </a:lstStyle>
          <a:p xmlns:a="http://schemas.openxmlformats.org/drawingml/2006/main">
            <a:pPr>
              <a:defRPr sz="975" b="1">
                <a:solidFill>
                  <a:srgbClr val="53656C"/>
                </a:solidFill>
                <a:latin typeface="DejaVu Sans"/>
                <a:ea typeface="DejaVu Sans"/>
                <a:cs typeface="DejaVu Sans"/>
              </a:defRPr>
            </a:pPr>
            <a:r>
              <a:rPr sz="975" b="1">
                <a:solidFill>
                  <a:srgbClr val="53656C"/>
                </a:solidFill>
                <a:latin typeface="DejaVu Sans"/>
                <a:ea typeface="DejaVu Sans"/>
                <a:cs typeface="DejaVu Sans"/>
              </a:rPr>
              <a:t>OPTIONS</a:t>
            </a:r>
          </a:p>
        </p:txBody>
      </p:sp>
      <p:sp>
        <p:nvSpPr>
          <p:cNvPr id="2" name="">
            <a:extLst xmlns:a="http://schemas.openxmlformats.org/drawingml/2006/main">
              <a:ext uri="{FF2B5EF4-FFF2-40B4-BE49-F238E27FC236}">
                <a16:creationId xmlns:a16="http://schemas.microsoft.com/office/drawing/2014/main" id="{2288F35A-2199-49BF-B646-A16537D27EBC}"/>
              </a:ext>
            </a:extLst>
          </p:cNvPr>
          <p:cNvSpPr>
            <a:spLocks xmlns:a="http://schemas.openxmlformats.org/drawingml/2006/main" noGrp="1"/>
          </p:cNvSpPr>
          <p:nvPr/>
        </p:nvSpPr>
        <p:spPr>
          <a:xfrm xmlns:a="http://schemas.openxmlformats.org/drawingml/2006/main">
            <a:off x="609600" y="647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17313B"/>
                </a:solidFill>
                <a:latin typeface="DejaVu Sans"/>
                <a:ea typeface="DejaVu Sans"/>
                <a:cs typeface="DejaVu Sans"/>
              </a:defRPr>
            </a:defPPr>
          </a:lstStyle>
          <a:p xmlns:a="http://schemas.openxmlformats.org/drawingml/2006/main">
            <a:pPr>
              <a:defRPr sz="2625" b="1">
                <a:solidFill>
                  <a:srgbClr val="17313B"/>
                </a:solidFill>
                <a:latin typeface="DejaVu Sans"/>
                <a:ea typeface="DejaVu Sans"/>
                <a:cs typeface="DejaVu Sans"/>
              </a:defRPr>
            </a:pPr>
            <a:r>
              <a:rPr sz="2625" b="1">
                <a:solidFill>
                  <a:srgbClr val="17313B"/>
                </a:solidFill>
                <a:latin typeface="DejaVu Sans"/>
                <a:ea typeface="DejaVu Sans"/>
                <a:cs typeface="DejaVu Sans"/>
              </a:rPr>
              <a:t>A focused pilot balances learning and commitment</a:t>
            </a:r>
          </a:p>
        </p:txBody>
      </p:sp>
      <p:sp>
        <p:nvSpPr>
          <p:cNvPr id="3" name="">
            <a:extLst xmlns:a="http://schemas.openxmlformats.org/drawingml/2006/main">
              <a:ext uri="{FF2B5EF4-FFF2-40B4-BE49-F238E27FC236}">
                <a16:creationId xmlns:a16="http://schemas.microsoft.com/office/drawing/2014/main" id="{E2E337D0-CE7D-4FF3-920E-8A3C455C8425}"/>
              </a:ext>
            </a:extLst>
          </p:cNvPr>
          <p:cNvSpPr>
            <a:spLocks xmlns:a="http://schemas.openxmlformats.org/drawingml/2006/main" noGrp="1"/>
          </p:cNvSpPr>
          <p:nvPr/>
        </p:nvSpPr>
        <p:spPr>
          <a:xfrm xmlns:a="http://schemas.openxmlformats.org/drawingml/2006/main">
            <a:off x="609600" y="1609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53656C"/>
                </a:solidFill>
                <a:latin typeface="DejaVu Sans"/>
                <a:ea typeface="DejaVu Sans"/>
                <a:cs typeface="DejaVu Sans"/>
              </a:defRPr>
            </a:defPPr>
          </a:lstStyle>
          <a:p xmlns:a="http://schemas.openxmlformats.org/drawingml/2006/main">
            <a:pPr>
              <a:defRPr sz="1350" b="0">
                <a:solidFill>
                  <a:srgbClr val="53656C"/>
                </a:solidFill>
                <a:latin typeface="DejaVu Sans"/>
                <a:ea typeface="DejaVu Sans"/>
                <a:cs typeface="DejaVu Sans"/>
              </a:defRPr>
            </a:pPr>
            <a:r>
              <a:rPr sz="1350" b="0">
                <a:solidFill>
                  <a:srgbClr val="53656C"/>
                </a:solidFill>
                <a:latin typeface="DejaVu Sans"/>
                <a:ea typeface="DejaVu Sans"/>
                <a:cs typeface="DejaVu Sans"/>
              </a:rPr>
              <a:t>Compare every option against the same decision criteria</a:t>
            </a:r>
          </a:p>
        </p:txBody>
      </p:sp>
      <p:sp>
        <p:nvSpPr>
          <p:cNvPr id="4" name="">
            <a:extLst xmlns:a="http://schemas.openxmlformats.org/drawingml/2006/main">
              <a:ext uri="{FF2B5EF4-FFF2-40B4-BE49-F238E27FC236}">
                <a16:creationId xmlns:a16="http://schemas.microsoft.com/office/drawing/2014/main" id="{E4E44177-87CD-40D1-850D-0C40F938FDC5}"/>
              </a:ext>
            </a:extLst>
          </p:cNvPr>
          <p:cNvSpPr>
            <a:spLocks xmlns:a="http://schemas.openxmlformats.org/drawingml/2006/main" noGrp="1"/>
          </p:cNvSpPr>
          <p:nvPr/>
        </p:nvSpPr>
        <p:spPr>
          <a:xfrm xmlns:a="http://schemas.openxmlformats.org/drawingml/2006/main">
            <a:off x="609600" y="2038350"/>
            <a:ext cx="10972800" cy="19050"/>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E3222E-C066-4101-A2EF-4F5EC4E55E91}"/>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C4852A-C8B8-4B0B-BDDD-5740433639D5}"/>
              </a:ext>
            </a:extLst>
          </p:cNvPr>
          <p:cNvSpPr>
            <a:spLocks xmlns:a="http://schemas.openxmlformats.org/drawingml/2006/main" noGrp="1"/>
          </p:cNvSpPr>
          <p:nvPr/>
        </p:nvSpPr>
        <p:spPr>
          <a:xfrm xmlns:a="http://schemas.openxmlformats.org/drawingml/2006/main">
            <a:off x="609600" y="64198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53656C"/>
                </a:solidFill>
                <a:latin typeface="DejaVu Sans"/>
                <a:ea typeface="DejaVu Sans"/>
                <a:cs typeface="DejaVu Sans"/>
              </a:defRPr>
            </a:defPPr>
          </a:lstStyle>
          <a:p xmlns:a="http://schemas.openxmlformats.org/drawingml/2006/main">
            <a:pPr>
              <a:defRPr sz="900" b="0">
                <a:solidFill>
                  <a:srgbClr val="53656C"/>
                </a:solidFill>
                <a:latin typeface="DejaVu Sans"/>
                <a:ea typeface="DejaVu Sans"/>
                <a:cs typeface="DejaVu Sans"/>
              </a:defRPr>
            </a:pPr>
            <a:r>
              <a:rPr sz="900" b="0">
                <a:solidFill>
                  <a:srgbClr val="53656C"/>
                </a:solidFill>
                <a:latin typeface="DejaVu Sans"/>
                <a:ea typeface="DejaVu Sans"/>
                <a:cs typeface="DejaVu Sans"/>
              </a:rPr>
              <a:t>SYNTHETIC EXAMPLE  |  Replace evidence, owners and sources before use</a:t>
            </a:r>
          </a:p>
        </p:txBody>
      </p:sp>
      <p:sp>
        <p:nvSpPr>
          <p:cNvPr id="7" name="">
            <a:extLst xmlns:a="http://schemas.openxmlformats.org/drawingml/2006/main">
              <a:ext uri="{FF2B5EF4-FFF2-40B4-BE49-F238E27FC236}">
                <a16:creationId xmlns:a16="http://schemas.microsoft.com/office/drawing/2014/main" id="{43DF3C99-67EB-49DC-8A8D-1DEEECAA3C6F}"/>
              </a:ext>
            </a:extLst>
          </p:cNvPr>
          <p:cNvSpPr>
            <a:spLocks xmlns:a="http://schemas.openxmlformats.org/drawingml/2006/main" noGrp="1"/>
          </p:cNvSpPr>
          <p:nvPr/>
        </p:nvSpPr>
        <p:spPr>
          <a:xfrm xmlns:a="http://schemas.openxmlformats.org/drawingml/2006/main">
            <a:off x="11001375" y="64198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1">
                <a:solidFill>
                  <a:srgbClr val="53656C"/>
                </a:solidFill>
                <a:latin typeface="DejaVu Sans"/>
                <a:ea typeface="DejaVu Sans"/>
                <a:cs typeface="DejaVu Sans"/>
              </a:defRPr>
            </a:defPPr>
          </a:lstStyle>
          <a:p xmlns:a="http://schemas.openxmlformats.org/drawingml/2006/main">
            <a:pPr>
              <a:defRPr sz="900" b="1">
                <a:solidFill>
                  <a:srgbClr val="53656C"/>
                </a:solidFill>
                <a:latin typeface="DejaVu Sans"/>
                <a:ea typeface="DejaVu Sans"/>
                <a:cs typeface="DejaVu Sans"/>
              </a:defRPr>
            </a:pPr>
            <a:r>
              <a:rPr sz="900" b="1">
                <a:solidFill>
                  <a:srgbClr val="53656C"/>
                </a:solidFill>
                <a:latin typeface="DejaVu Sans"/>
                <a:ea typeface="DejaVu Sans"/>
                <a:cs typeface="DejaVu Sans"/>
              </a:rPr>
              <a:t>03</a:t>
            </a:r>
          </a:p>
        </p:txBody>
      </p:sp>
      <p:graphicFrame>
        <p:nvGraphicFramePr>
          <p:cNvPr id="8" name="">
            <a:extLst xmlns:a="http://schemas.openxmlformats.org/drawingml/2006/main">
              <a:ext uri="{FF2B5EF4-FFF2-40B4-BE49-F238E27FC236}">
                <a16:creationId xmlns:a16="http://schemas.microsoft.com/office/drawing/2014/main" id="{D0E6191A-9833-4A30-BE4C-E1DF7B188B46}"/>
              </a:ext>
            </a:extLst>
          </p:cNvPr>
          <p:cNvGraphicFramePr/>
          <p:nvPr/>
        </p:nvGraphicFramePr>
        <p:xfrm>
          <a:off xmlns:a="http://schemas.openxmlformats.org/drawingml/2006/main" x="609600" y="2371725"/>
          <a:ext xmlns:a="http://schemas.openxmlformats.org/drawingml/2006/main" cx="10972800" cy="2838450"/>
        </p:xfrm>
        <a:graphic xmlns:a="http://schemas.openxmlformats.org/drawingml/2006/main">
          <a:graphicData uri="http://schemas.openxmlformats.org/drawingml/2006/table">
            <a:tbl>
              <a:tblPr/>
              <a:tblGrid>
                <a:gridCol w="2457450"/>
                <a:gridCol w="2667000"/>
                <a:gridCol w="2952750"/>
                <a:gridCol w="2895600"/>
              </a:tblGrid>
              <a:tr h="567690">
                <a:tc>
                  <a:txBody>
                    <a:bodyPr/>
                    <a:lstStyle/>
                    <a:p>
                      <a:r>
                        <a:rPr sz="1500" b="1">
                          <a:solidFill>
                            <a:srgbClr val="FFFFFF"/>
                          </a:solidFill>
                          <a:latin typeface="DejaVu Sans"/>
                          <a:ea typeface="DejaVu Sans"/>
                          <a:cs typeface="DejaVu Sans"/>
                        </a:rPr>
                        <a:t>Criterion</a:t>
                      </a:r>
                    </a:p>
                  </a:txBody>
                  <a:tcPr marL="91440" marR="91440" marT="45720" marB="45720">
                    <a:solidFill>
                      <a:srgbClr val="17313B"/>
                    </a:solidFill>
                  </a:tcPr>
                </a:tc>
                <a:tc>
                  <a:txBody>
                    <a:bodyPr/>
                    <a:lstStyle/>
                    <a:p>
                      <a:r>
                        <a:rPr sz="1500" b="1">
                          <a:solidFill>
                            <a:srgbClr val="FFFFFF"/>
                          </a:solidFill>
                          <a:latin typeface="DejaVu Sans"/>
                          <a:ea typeface="DejaVu Sans"/>
                          <a:cs typeface="DejaVu Sans"/>
                        </a:rPr>
                        <a:t>Keep current</a:t>
                      </a:r>
                    </a:p>
                  </a:txBody>
                  <a:tcPr marL="91440" marR="91440" marT="45720" marB="45720">
                    <a:solidFill>
                      <a:srgbClr val="17313B"/>
                    </a:solidFill>
                  </a:tcPr>
                </a:tc>
                <a:tc>
                  <a:txBody>
                    <a:bodyPr/>
                    <a:lstStyle/>
                    <a:p>
                      <a:r>
                        <a:rPr sz="1500" b="1">
                          <a:solidFill>
                            <a:srgbClr val="FFFFFF"/>
                          </a:solidFill>
                          <a:latin typeface="DejaVu Sans"/>
                          <a:ea typeface="DejaVu Sans"/>
                          <a:cs typeface="DejaVu Sans"/>
                        </a:rPr>
                        <a:t>Focused pilot</a:t>
                      </a:r>
                    </a:p>
                  </a:txBody>
                  <a:tcPr marL="91440" marR="91440" marT="45720" marB="45720">
                    <a:solidFill>
                      <a:srgbClr val="17313B"/>
                    </a:solidFill>
                  </a:tcPr>
                </a:tc>
                <a:tc>
                  <a:txBody>
                    <a:bodyPr/>
                    <a:lstStyle/>
                    <a:p>
                      <a:r>
                        <a:rPr sz="1500" b="1">
                          <a:solidFill>
                            <a:srgbClr val="FFFFFF"/>
                          </a:solidFill>
                          <a:latin typeface="DejaVu Sans"/>
                          <a:ea typeface="DejaVu Sans"/>
                          <a:cs typeface="DejaVu Sans"/>
                        </a:rPr>
                        <a:t>Full rollout</a:t>
                      </a:r>
                    </a:p>
                  </a:txBody>
                  <a:tcPr marL="91440" marR="91440" marT="45720" marB="45720">
                    <a:solidFill>
                      <a:srgbClr val="17313B"/>
                    </a:solidFill>
                  </a:tcPr>
                </a:tc>
              </a:tr>
              <a:tr h="567690">
                <a:tc>
                  <a:txBody>
                    <a:bodyPr/>
                    <a:lstStyle/>
                    <a:p>
                      <a:r>
                        <a:rPr sz="1500" b="1">
                          <a:solidFill>
                            <a:srgbClr val="17313B"/>
                          </a:solidFill>
                          <a:latin typeface="DejaVu Sans"/>
                          <a:ea typeface="DejaVu Sans"/>
                          <a:cs typeface="DejaVu Sans"/>
                        </a:rPr>
                        <a:t>Learning speed</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Low</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High</a:t>
                      </a:r>
                    </a:p>
                  </a:txBody>
                  <a:tcPr marL="91440" marR="91440" marT="45720" marB="45720">
                    <a:solidFill>
                      <a:srgbClr val="F2F6F5"/>
                    </a:solidFill>
                  </a:tcPr>
                </a:tc>
                <a:tc>
                  <a:txBody>
                    <a:bodyPr/>
                    <a:lstStyle/>
                    <a:p>
                      <a:r>
                        <a:rPr sz="1500" b="0">
                          <a:solidFill>
                            <a:srgbClr val="17313B"/>
                          </a:solidFill>
                          <a:latin typeface="DejaVu Sans"/>
                          <a:ea typeface="DejaVu Sans"/>
                          <a:cs typeface="DejaVu Sans"/>
                        </a:rPr>
                        <a:t>High</a:t>
                      </a:r>
                    </a:p>
                  </a:txBody>
                  <a:tcPr marL="91440" marR="91440" marT="45720" marB="45720">
                    <a:solidFill>
                      <a:srgbClr val="FFFFFF"/>
                    </a:solidFill>
                  </a:tcPr>
                </a:tc>
              </a:tr>
              <a:tr h="567690">
                <a:tc>
                  <a:txBody>
                    <a:bodyPr/>
                    <a:lstStyle/>
                    <a:p>
                      <a:r>
                        <a:rPr sz="1500" b="1">
                          <a:solidFill>
                            <a:srgbClr val="17313B"/>
                          </a:solidFill>
                          <a:latin typeface="DejaVu Sans"/>
                          <a:ea typeface="DejaVu Sans"/>
                          <a:cs typeface="DejaVu Sans"/>
                        </a:rPr>
                        <a:t>Initial commitment</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Low</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Medium</a:t>
                      </a:r>
                    </a:p>
                  </a:txBody>
                  <a:tcPr marL="91440" marR="91440" marT="45720" marB="45720">
                    <a:solidFill>
                      <a:srgbClr val="F2F6F5"/>
                    </a:solidFill>
                  </a:tcPr>
                </a:tc>
                <a:tc>
                  <a:txBody>
                    <a:bodyPr/>
                    <a:lstStyle/>
                    <a:p>
                      <a:r>
                        <a:rPr sz="1500" b="0">
                          <a:solidFill>
                            <a:srgbClr val="17313B"/>
                          </a:solidFill>
                          <a:latin typeface="DejaVu Sans"/>
                          <a:ea typeface="DejaVu Sans"/>
                          <a:cs typeface="DejaVu Sans"/>
                        </a:rPr>
                        <a:t>High</a:t>
                      </a:r>
                    </a:p>
                  </a:txBody>
                  <a:tcPr marL="91440" marR="91440" marT="45720" marB="45720">
                    <a:solidFill>
                      <a:srgbClr val="FFFFFF"/>
                    </a:solidFill>
                  </a:tcPr>
                </a:tc>
              </a:tr>
              <a:tr h="567690">
                <a:tc>
                  <a:txBody>
                    <a:bodyPr/>
                    <a:lstStyle/>
                    <a:p>
                      <a:r>
                        <a:rPr sz="1500" b="1">
                          <a:solidFill>
                            <a:srgbClr val="17313B"/>
                          </a:solidFill>
                          <a:latin typeface="DejaVu Sans"/>
                          <a:ea typeface="DejaVu Sans"/>
                          <a:cs typeface="DejaVu Sans"/>
                        </a:rPr>
                        <a:t>Reversibility</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High</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High</a:t>
                      </a:r>
                    </a:p>
                  </a:txBody>
                  <a:tcPr marL="91440" marR="91440" marT="45720" marB="45720">
                    <a:solidFill>
                      <a:srgbClr val="F2F6F5"/>
                    </a:solidFill>
                  </a:tcPr>
                </a:tc>
                <a:tc>
                  <a:txBody>
                    <a:bodyPr/>
                    <a:lstStyle/>
                    <a:p>
                      <a:r>
                        <a:rPr sz="1500" b="0">
                          <a:solidFill>
                            <a:srgbClr val="17313B"/>
                          </a:solidFill>
                          <a:latin typeface="DejaVu Sans"/>
                          <a:ea typeface="DejaVu Sans"/>
                          <a:cs typeface="DejaVu Sans"/>
                        </a:rPr>
                        <a:t>Low</a:t>
                      </a:r>
                    </a:p>
                  </a:txBody>
                  <a:tcPr marL="91440" marR="91440" marT="45720" marB="45720">
                    <a:solidFill>
                      <a:srgbClr val="FFFFFF"/>
                    </a:solidFill>
                  </a:tcPr>
                </a:tc>
              </a:tr>
              <a:tr h="567690">
                <a:tc>
                  <a:txBody>
                    <a:bodyPr/>
                    <a:lstStyle/>
                    <a:p>
                      <a:r>
                        <a:rPr sz="1500" b="1">
                          <a:solidFill>
                            <a:srgbClr val="17313B"/>
                          </a:solidFill>
                          <a:latin typeface="DejaVu Sans"/>
                          <a:ea typeface="DejaVu Sans"/>
                          <a:cs typeface="DejaVu Sans"/>
                        </a:rPr>
                        <a:t>Evidence required</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Monitor baseline</a:t>
                      </a:r>
                    </a:p>
                  </a:txBody>
                  <a:tcPr marL="91440" marR="91440" marT="45720" marB="45720">
                    <a:solidFill>
                      <a:srgbClr val="FFFFFF"/>
                    </a:solidFill>
                  </a:tcPr>
                </a:tc>
                <a:tc>
                  <a:txBody>
                    <a:bodyPr/>
                    <a:lstStyle/>
                    <a:p>
                      <a:r>
                        <a:rPr sz="1500" b="0">
                          <a:solidFill>
                            <a:srgbClr val="17313B"/>
                          </a:solidFill>
                          <a:latin typeface="DejaVu Sans"/>
                          <a:ea typeface="DejaVu Sans"/>
                          <a:cs typeface="DejaVu Sans"/>
                        </a:rPr>
                        <a:t>Define test and review</a:t>
                      </a:r>
                    </a:p>
                  </a:txBody>
                  <a:tcPr marL="91440" marR="91440" marT="45720" marB="45720">
                    <a:solidFill>
                      <a:srgbClr val="F2F6F5"/>
                    </a:solidFill>
                  </a:tcPr>
                </a:tc>
                <a:tc>
                  <a:txBody>
                    <a:bodyPr/>
                    <a:lstStyle/>
                    <a:p>
                      <a:r>
                        <a:rPr sz="1500" b="0">
                          <a:solidFill>
                            <a:srgbClr val="17313B"/>
                          </a:solidFill>
                          <a:latin typeface="DejaVu Sans"/>
                          <a:ea typeface="DejaVu Sans"/>
                          <a:cs typeface="DejaVu Sans"/>
                        </a:rPr>
                        <a:t>Prove repeatability</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29AFD5D0-B9D6-4377-896B-2D5E85E76854}"/>
              </a:ext>
            </a:extLst>
          </p:cNvPr>
          <p:cNvSpPr>
            <a:spLocks xmlns:a="http://schemas.openxmlformats.org/drawingml/2006/main" noGrp="1"/>
          </p:cNvSpPr>
          <p:nvPr/>
        </p:nvSpPr>
        <p:spPr>
          <a:xfrm xmlns:a="http://schemas.openxmlformats.org/drawingml/2006/main">
            <a:off x="609600" y="55149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1">
                <a:solidFill>
                  <a:srgbClr val="17313B"/>
                </a:solidFill>
                <a:latin typeface="DejaVu Sans"/>
                <a:ea typeface="DejaVu Sans"/>
                <a:cs typeface="DejaVu Sans"/>
              </a:defRPr>
            </a:defPPr>
          </a:lstStyle>
          <a:p xmlns:a="http://schemas.openxmlformats.org/drawingml/2006/main">
            <a:pPr>
              <a:defRPr sz="1725" b="1">
                <a:solidFill>
                  <a:srgbClr val="17313B"/>
                </a:solidFill>
                <a:latin typeface="DejaVu Sans"/>
                <a:ea typeface="DejaVu Sans"/>
                <a:cs typeface="DejaVu Sans"/>
              </a:defRPr>
            </a:pPr>
            <a:r>
              <a:rPr sz="1725" b="1">
                <a:solidFill>
                  <a:srgbClr val="17313B"/>
                </a:solidFill>
                <a:latin typeface="DejaVu Sans"/>
                <a:ea typeface="DejaVu Sans"/>
                <a:cs typeface="DejaVu Sans"/>
              </a:rPr>
              <a:t>Decision rule: scale only after repeatable gains and an agreed operating owner.</a:t>
            </a:r>
          </a:p>
        </p:txBody>
      </p:sp>
    </p:spTree>
    <p:extLst>
      <p:ext uri="{BB962C8B-B14F-4D97-AF65-F5344CB8AC3E}">
        <p14:creationId xmlns:p14="http://schemas.microsoft.com/office/powerpoint/2010/main" val="8768941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027EB7E-D50F-4939-A215-12BFD24E0606}"/>
              </a:ext>
            </a:extLst>
          </p:cNvPr>
          <p:cNvSpPr>
            <a:spLocks xmlns:a="http://schemas.openxmlformats.org/drawingml/2006/main" noGrp="1"/>
          </p:cNvSpPr>
          <p:nvPr/>
        </p:nvSpPr>
        <p:spPr>
          <a:xfrm xmlns:a="http://schemas.openxmlformats.org/drawingml/2006/main">
            <a:off x="609600" y="266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53656C"/>
                </a:solidFill>
                <a:latin typeface="DejaVu Sans"/>
                <a:ea typeface="DejaVu Sans"/>
                <a:cs typeface="DejaVu Sans"/>
              </a:defRPr>
            </a:defPPr>
          </a:lstStyle>
          <a:p xmlns:a="http://schemas.openxmlformats.org/drawingml/2006/main">
            <a:pPr>
              <a:defRPr sz="975" b="1">
                <a:solidFill>
                  <a:srgbClr val="53656C"/>
                </a:solidFill>
                <a:latin typeface="DejaVu Sans"/>
                <a:ea typeface="DejaVu Sans"/>
                <a:cs typeface="DejaVu Sans"/>
              </a:defRPr>
            </a:pPr>
            <a:r>
              <a:rPr sz="975" b="1">
                <a:solidFill>
                  <a:srgbClr val="53656C"/>
                </a:solidFill>
                <a:latin typeface="DejaVu Sans"/>
                <a:ea typeface="DejaVu Sans"/>
                <a:cs typeface="DejaVu Sans"/>
              </a:rPr>
              <a:t>LOGIC AND HYPOTHESES</a:t>
            </a:r>
          </a:p>
        </p:txBody>
      </p:sp>
      <p:sp>
        <p:nvSpPr>
          <p:cNvPr id="2" name="">
            <a:extLst xmlns:a="http://schemas.openxmlformats.org/drawingml/2006/main">
              <a:ext uri="{FF2B5EF4-FFF2-40B4-BE49-F238E27FC236}">
                <a16:creationId xmlns:a16="http://schemas.microsoft.com/office/drawing/2014/main" id="{A075FD38-214D-489F-A78C-CF16D036279C}"/>
              </a:ext>
            </a:extLst>
          </p:cNvPr>
          <p:cNvSpPr>
            <a:spLocks xmlns:a="http://schemas.openxmlformats.org/drawingml/2006/main" noGrp="1"/>
          </p:cNvSpPr>
          <p:nvPr/>
        </p:nvSpPr>
        <p:spPr>
          <a:xfrm xmlns:a="http://schemas.openxmlformats.org/drawingml/2006/main">
            <a:off x="609600" y="647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17313B"/>
                </a:solidFill>
                <a:latin typeface="DejaVu Sans"/>
                <a:ea typeface="DejaVu Sans"/>
                <a:cs typeface="DejaVu Sans"/>
              </a:defRPr>
            </a:defPPr>
          </a:lstStyle>
          <a:p xmlns:a="http://schemas.openxmlformats.org/drawingml/2006/main">
            <a:pPr>
              <a:defRPr sz="2625" b="1">
                <a:solidFill>
                  <a:srgbClr val="17313B"/>
                </a:solidFill>
                <a:latin typeface="DejaVu Sans"/>
                <a:ea typeface="DejaVu Sans"/>
                <a:cs typeface="DejaVu Sans"/>
              </a:defRPr>
            </a:pPr>
            <a:r>
              <a:rPr sz="2625" b="1">
                <a:solidFill>
                  <a:srgbClr val="17313B"/>
                </a:solidFill>
                <a:latin typeface="DejaVu Sans"/>
                <a:ea typeface="DejaVu Sans"/>
                <a:cs typeface="DejaVu Sans"/>
              </a:rPr>
              <a:t>Test whether friction or relevance drives abandonment</a:t>
            </a:r>
          </a:p>
        </p:txBody>
      </p:sp>
      <p:sp>
        <p:nvSpPr>
          <p:cNvPr id="3" name="">
            <a:extLst xmlns:a="http://schemas.openxmlformats.org/drawingml/2006/main">
              <a:ext uri="{FF2B5EF4-FFF2-40B4-BE49-F238E27FC236}">
                <a16:creationId xmlns:a16="http://schemas.microsoft.com/office/drawing/2014/main" id="{7F9C7598-0A8F-486F-8D85-748268099002}"/>
              </a:ext>
            </a:extLst>
          </p:cNvPr>
          <p:cNvSpPr>
            <a:spLocks xmlns:a="http://schemas.openxmlformats.org/drawingml/2006/main" noGrp="1"/>
          </p:cNvSpPr>
          <p:nvPr/>
        </p:nvSpPr>
        <p:spPr>
          <a:xfrm xmlns:a="http://schemas.openxmlformats.org/drawingml/2006/main">
            <a:off x="609600" y="1609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53656C"/>
                </a:solidFill>
                <a:latin typeface="DejaVu Sans"/>
                <a:ea typeface="DejaVu Sans"/>
                <a:cs typeface="DejaVu Sans"/>
              </a:defRPr>
            </a:defPPr>
          </a:lstStyle>
          <a:p xmlns:a="http://schemas.openxmlformats.org/drawingml/2006/main">
            <a:pPr>
              <a:defRPr sz="1350" b="0">
                <a:solidFill>
                  <a:srgbClr val="53656C"/>
                </a:solidFill>
                <a:latin typeface="DejaVu Sans"/>
                <a:ea typeface="DejaVu Sans"/>
                <a:cs typeface="DejaVu Sans"/>
              </a:defRPr>
            </a:pPr>
            <a:r>
              <a:rPr sz="1350" b="0">
                <a:solidFill>
                  <a:srgbClr val="53656C"/>
                </a:solidFill>
                <a:latin typeface="DejaVu Sans"/>
                <a:ea typeface="DejaVu Sans"/>
                <a:cs typeface="DejaVu Sans"/>
              </a:rPr>
              <a:t>A mechanism map organizes hypotheses; it does not establish causality</a:t>
            </a:r>
          </a:p>
        </p:txBody>
      </p:sp>
      <p:sp>
        <p:nvSpPr>
          <p:cNvPr id="4" name="">
            <a:extLst xmlns:a="http://schemas.openxmlformats.org/drawingml/2006/main">
              <a:ext uri="{FF2B5EF4-FFF2-40B4-BE49-F238E27FC236}">
                <a16:creationId xmlns:a16="http://schemas.microsoft.com/office/drawing/2014/main" id="{03B86230-C608-4ED5-9654-0877995AB8C9}"/>
              </a:ext>
            </a:extLst>
          </p:cNvPr>
          <p:cNvSpPr>
            <a:spLocks xmlns:a="http://schemas.openxmlformats.org/drawingml/2006/main" noGrp="1"/>
          </p:cNvSpPr>
          <p:nvPr/>
        </p:nvSpPr>
        <p:spPr>
          <a:xfrm xmlns:a="http://schemas.openxmlformats.org/drawingml/2006/main">
            <a:off x="609600" y="2038350"/>
            <a:ext cx="10972800" cy="19050"/>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3AE755-E691-42CD-84D4-2CA91B0BF2F4}"/>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D7D28EE-774E-4046-B81E-2ED5D2DE0587}"/>
              </a:ext>
            </a:extLst>
          </p:cNvPr>
          <p:cNvSpPr>
            <a:spLocks xmlns:a="http://schemas.openxmlformats.org/drawingml/2006/main" noGrp="1"/>
          </p:cNvSpPr>
          <p:nvPr/>
        </p:nvSpPr>
        <p:spPr>
          <a:xfrm xmlns:a="http://schemas.openxmlformats.org/drawingml/2006/main">
            <a:off x="609600" y="64198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53656C"/>
                </a:solidFill>
                <a:latin typeface="DejaVu Sans"/>
                <a:ea typeface="DejaVu Sans"/>
                <a:cs typeface="DejaVu Sans"/>
              </a:defRPr>
            </a:defPPr>
          </a:lstStyle>
          <a:p xmlns:a="http://schemas.openxmlformats.org/drawingml/2006/main">
            <a:pPr>
              <a:defRPr sz="900" b="0">
                <a:solidFill>
                  <a:srgbClr val="53656C"/>
                </a:solidFill>
                <a:latin typeface="DejaVu Sans"/>
                <a:ea typeface="DejaVu Sans"/>
                <a:cs typeface="DejaVu Sans"/>
              </a:defRPr>
            </a:pPr>
            <a:r>
              <a:rPr sz="900" b="0">
                <a:solidFill>
                  <a:srgbClr val="53656C"/>
                </a:solidFill>
                <a:latin typeface="DejaVu Sans"/>
                <a:ea typeface="DejaVu Sans"/>
                <a:cs typeface="DejaVu Sans"/>
              </a:rPr>
              <a:t>SYNTHETIC EXAMPLE  |  Replace evidence, owners and sources before use</a:t>
            </a:r>
          </a:p>
        </p:txBody>
      </p:sp>
      <p:sp>
        <p:nvSpPr>
          <p:cNvPr id="7" name="">
            <a:extLst xmlns:a="http://schemas.openxmlformats.org/drawingml/2006/main">
              <a:ext uri="{FF2B5EF4-FFF2-40B4-BE49-F238E27FC236}">
                <a16:creationId xmlns:a16="http://schemas.microsoft.com/office/drawing/2014/main" id="{3D15503D-5718-4790-ABAE-7E35CAE190FD}"/>
              </a:ext>
            </a:extLst>
          </p:cNvPr>
          <p:cNvSpPr>
            <a:spLocks xmlns:a="http://schemas.openxmlformats.org/drawingml/2006/main" noGrp="1"/>
          </p:cNvSpPr>
          <p:nvPr/>
        </p:nvSpPr>
        <p:spPr>
          <a:xfrm xmlns:a="http://schemas.openxmlformats.org/drawingml/2006/main">
            <a:off x="11001375" y="64198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1">
                <a:solidFill>
                  <a:srgbClr val="53656C"/>
                </a:solidFill>
                <a:latin typeface="DejaVu Sans"/>
                <a:ea typeface="DejaVu Sans"/>
                <a:cs typeface="DejaVu Sans"/>
              </a:defRPr>
            </a:defPPr>
          </a:lstStyle>
          <a:p xmlns:a="http://schemas.openxmlformats.org/drawingml/2006/main">
            <a:pPr>
              <a:defRPr sz="900" b="1">
                <a:solidFill>
                  <a:srgbClr val="53656C"/>
                </a:solidFill>
                <a:latin typeface="DejaVu Sans"/>
                <a:ea typeface="DejaVu Sans"/>
                <a:cs typeface="DejaVu Sans"/>
              </a:defRPr>
            </a:pPr>
            <a:r>
              <a:rPr sz="900" b="1">
                <a:solidFill>
                  <a:srgbClr val="53656C"/>
                </a:solidFill>
                <a:latin typeface="DejaVu Sans"/>
                <a:ea typeface="DejaVu Sans"/>
                <a:cs typeface="DejaVu Sans"/>
              </a:rPr>
              <a:t>04</a:t>
            </a:r>
          </a:p>
        </p:txBody>
      </p:sp>
      <p:sp>
        <p:nvSpPr>
          <p:cNvPr id="8" name="">
            <a:extLst xmlns:a="http://schemas.openxmlformats.org/drawingml/2006/main">
              <a:ext uri="{FF2B5EF4-FFF2-40B4-BE49-F238E27FC236}">
                <a16:creationId xmlns:a16="http://schemas.microsoft.com/office/drawing/2014/main" id="{8B26CD84-3CF8-4BB5-B8E6-F7B95AEE33DC}"/>
              </a:ext>
            </a:extLst>
          </p:cNvPr>
          <p:cNvSpPr>
            <a:spLocks xmlns:a="http://schemas.openxmlformats.org/drawingml/2006/main" noGrp="1"/>
          </p:cNvSpPr>
          <p:nvPr/>
        </p:nvSpPr>
        <p:spPr>
          <a:xfrm xmlns:a="http://schemas.openxmlformats.org/drawingml/2006/main">
            <a:off x="609600" y="3352800"/>
            <a:ext cx="2686050" cy="1190625"/>
          </a:xfrm>
          <a:prstGeom xmlns:a="http://schemas.openxmlformats.org/drawingml/2006/main" prst="rect">
            <a:avLst/>
          </a:prstGeom>
          <a:solidFill xmlns:a="http://schemas.openxmlformats.org/drawingml/2006/main">
            <a:srgbClr val="17313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7DF9588-306B-49A6-A62C-9CB3B2DBCAE8}"/>
              </a:ext>
            </a:extLst>
          </p:cNvPr>
          <p:cNvSpPr>
            <a:spLocks xmlns:a="http://schemas.openxmlformats.org/drawingml/2006/main" noGrp="1"/>
          </p:cNvSpPr>
          <p:nvPr/>
        </p:nvSpPr>
        <p:spPr>
          <a:xfrm xmlns:a="http://schemas.openxmlformats.org/drawingml/2006/main">
            <a:off x="800100" y="3562350"/>
            <a:ext cx="2305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FFFFFF"/>
                </a:solidFill>
                <a:latin typeface="DejaVu Sans"/>
                <a:ea typeface="DejaVu Sans"/>
                <a:cs typeface="DejaVu Sans"/>
              </a:defRPr>
            </a:def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Why do users stop?</a:t>
            </a:r>
          </a:p>
        </p:txBody>
      </p:sp>
      <p:sp>
        <p:nvSpPr>
          <p:cNvPr id="10" name="">
            <a:extLst xmlns:a="http://schemas.openxmlformats.org/drawingml/2006/main">
              <a:ext uri="{FF2B5EF4-FFF2-40B4-BE49-F238E27FC236}">
                <a16:creationId xmlns:a16="http://schemas.microsoft.com/office/drawing/2014/main" id="{770E10CA-2E60-46B1-8B88-7A9C02D479CF}"/>
              </a:ext>
            </a:extLst>
          </p:cNvPr>
          <p:cNvSpPr>
            <a:spLocks xmlns:a="http://schemas.openxmlformats.org/drawingml/2006/main" noGrp="1"/>
          </p:cNvSpPr>
          <p:nvPr/>
        </p:nvSpPr>
        <p:spPr>
          <a:xfrm xmlns:a="http://schemas.openxmlformats.org/drawingml/2006/main">
            <a:off x="3295650" y="3924300"/>
            <a:ext cx="857250" cy="2857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7ED269-CB9D-4ACA-9E77-074B7B8C66D2}"/>
              </a:ext>
            </a:extLst>
          </p:cNvPr>
          <p:cNvSpPr>
            <a:spLocks xmlns:a="http://schemas.openxmlformats.org/drawingml/2006/main" noGrp="1"/>
          </p:cNvSpPr>
          <p:nvPr/>
        </p:nvSpPr>
        <p:spPr>
          <a:xfrm xmlns:a="http://schemas.openxmlformats.org/drawingml/2006/main">
            <a:off x="4133850" y="2828925"/>
            <a:ext cx="28575" cy="2209800"/>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C9EFC55-7DB1-4DBF-B6A7-958D87FB41FE}"/>
              </a:ext>
            </a:extLst>
          </p:cNvPr>
          <p:cNvSpPr>
            <a:spLocks xmlns:a="http://schemas.openxmlformats.org/drawingml/2006/main" noGrp="1"/>
          </p:cNvSpPr>
          <p:nvPr/>
        </p:nvSpPr>
        <p:spPr>
          <a:xfrm xmlns:a="http://schemas.openxmlformats.org/drawingml/2006/main">
            <a:off x="4133850" y="2828925"/>
            <a:ext cx="514350" cy="2857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5DC0BA5-9943-4531-9AC7-3CA43CEC2A91}"/>
              </a:ext>
            </a:extLst>
          </p:cNvPr>
          <p:cNvSpPr>
            <a:spLocks xmlns:a="http://schemas.openxmlformats.org/drawingml/2006/main" noGrp="1"/>
          </p:cNvSpPr>
          <p:nvPr/>
        </p:nvSpPr>
        <p:spPr>
          <a:xfrm xmlns:a="http://schemas.openxmlformats.org/drawingml/2006/main">
            <a:off x="4648200" y="2419350"/>
            <a:ext cx="2857500" cy="1095375"/>
          </a:xfrm>
          <a:prstGeom xmlns:a="http://schemas.openxmlformats.org/drawingml/2006/main" prst="rect">
            <a:avLst/>
          </a:prstGeom>
          <a:solidFill xmlns:a="http://schemas.openxmlformats.org/drawingml/2006/main">
            <a:srgbClr val="F2F6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F2C784-490D-4425-94DD-1ECA18E5FD28}"/>
              </a:ext>
            </a:extLst>
          </p:cNvPr>
          <p:cNvSpPr>
            <a:spLocks xmlns:a="http://schemas.openxmlformats.org/drawingml/2006/main" noGrp="1"/>
          </p:cNvSpPr>
          <p:nvPr/>
        </p:nvSpPr>
        <p:spPr>
          <a:xfrm xmlns:a="http://schemas.openxmlformats.org/drawingml/2006/main">
            <a:off x="4857750" y="2590800"/>
            <a:ext cx="2419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1">
                <a:solidFill>
                  <a:srgbClr val="17313B"/>
                </a:solidFill>
                <a:latin typeface="DejaVu Sans"/>
                <a:ea typeface="DejaVu Sans"/>
                <a:cs typeface="DejaVu Sans"/>
              </a:defRPr>
            </a:defPPr>
          </a:lstStyle>
          <a:p xmlns:a="http://schemas.openxmlformats.org/drawingml/2006/main">
            <a:pPr>
              <a:defRPr sz="1800" b="1">
                <a:solidFill>
                  <a:srgbClr val="17313B"/>
                </a:solidFill>
                <a:latin typeface="DejaVu Sans"/>
                <a:ea typeface="DejaVu Sans"/>
                <a:cs typeface="DejaVu Sans"/>
              </a:defRPr>
            </a:pPr>
            <a:r>
              <a:rPr sz="1800" b="1">
                <a:solidFill>
                  <a:srgbClr val="17313B"/>
                </a:solidFill>
                <a:latin typeface="DejaVu Sans"/>
                <a:ea typeface="DejaVu Sans"/>
                <a:cs typeface="DejaVu Sans"/>
              </a:rPr>
              <a:t>Friction</a:t>
            </a:r>
          </a:p>
        </p:txBody>
      </p:sp>
      <p:sp>
        <p:nvSpPr>
          <p:cNvPr id="15" name="">
            <a:extLst xmlns:a="http://schemas.openxmlformats.org/drawingml/2006/main">
              <a:ext uri="{FF2B5EF4-FFF2-40B4-BE49-F238E27FC236}">
                <a16:creationId xmlns:a16="http://schemas.microsoft.com/office/drawing/2014/main" id="{0941DAF2-16FD-46EC-8F11-834D53926C03}"/>
              </a:ext>
            </a:extLst>
          </p:cNvPr>
          <p:cNvSpPr>
            <a:spLocks xmlns:a="http://schemas.openxmlformats.org/drawingml/2006/main" noGrp="1"/>
          </p:cNvSpPr>
          <p:nvPr/>
        </p:nvSpPr>
        <p:spPr>
          <a:xfrm xmlns:a="http://schemas.openxmlformats.org/drawingml/2006/main">
            <a:off x="4857750" y="3019425"/>
            <a:ext cx="241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53656C"/>
                </a:solidFill>
                <a:latin typeface="DejaVu Sans"/>
                <a:ea typeface="DejaVu Sans"/>
                <a:cs typeface="DejaVu Sans"/>
              </a:defRPr>
            </a:defPPr>
          </a:lstStyle>
          <a:p xmlns:a="http://schemas.openxmlformats.org/drawingml/2006/main">
            <a:pPr>
              <a:defRPr sz="1275" b="0">
                <a:solidFill>
                  <a:srgbClr val="53656C"/>
                </a:solidFill>
                <a:latin typeface="DejaVu Sans"/>
                <a:ea typeface="DejaVu Sans"/>
                <a:cs typeface="DejaVu Sans"/>
              </a:defRPr>
            </a:pPr>
            <a:r>
              <a:rPr sz="1275" b="0">
                <a:solidFill>
                  <a:srgbClr val="53656C"/>
                </a:solidFill>
                <a:latin typeface="DejaVu Sans"/>
                <a:ea typeface="DejaVu Sans"/>
                <a:cs typeface="DejaVu Sans"/>
              </a:rPr>
              <a:t>Test: time to completion</a:t>
            </a:r>
          </a:p>
        </p:txBody>
      </p:sp>
      <p:sp>
        <p:nvSpPr>
          <p:cNvPr id="16" name="">
            <a:extLst xmlns:a="http://schemas.openxmlformats.org/drawingml/2006/main">
              <a:ext uri="{FF2B5EF4-FFF2-40B4-BE49-F238E27FC236}">
                <a16:creationId xmlns:a16="http://schemas.microsoft.com/office/drawing/2014/main" id="{B5290781-B072-4420-807B-2804E992685C}"/>
              </a:ext>
            </a:extLst>
          </p:cNvPr>
          <p:cNvSpPr>
            <a:spLocks xmlns:a="http://schemas.openxmlformats.org/drawingml/2006/main" noGrp="1"/>
          </p:cNvSpPr>
          <p:nvPr/>
        </p:nvSpPr>
        <p:spPr>
          <a:xfrm xmlns:a="http://schemas.openxmlformats.org/drawingml/2006/main">
            <a:off x="7991475" y="2590800"/>
            <a:ext cx="335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17313B"/>
                </a:solidFill>
                <a:latin typeface="DejaVu Sans"/>
                <a:ea typeface="DejaVu Sans"/>
                <a:cs typeface="DejaVu Sans"/>
              </a:defRPr>
            </a:defPPr>
          </a:lstStyle>
          <a:p xmlns:a="http://schemas.openxmlformats.org/drawingml/2006/main">
            <a:pPr>
              <a:defRPr sz="1800" b="0">
                <a:solidFill>
                  <a:srgbClr val="17313B"/>
                </a:solidFill>
                <a:latin typeface="DejaVu Sans"/>
                <a:ea typeface="DejaVu Sans"/>
                <a:cs typeface="DejaVu Sans"/>
              </a:defRPr>
            </a:pPr>
            <a:r>
              <a:rPr sz="1800" b="0">
                <a:solidFill>
                  <a:srgbClr val="17313B"/>
                </a:solidFill>
                <a:latin typeface="DejaVu Sans"/>
                <a:ea typeface="DejaVu Sans"/>
                <a:cs typeface="DejaVu Sans"/>
              </a:rPr>
              <a:t>Too many steps before the first useful result</a:t>
            </a:r>
          </a:p>
        </p:txBody>
      </p:sp>
      <p:sp>
        <p:nvSpPr>
          <p:cNvPr id="17" name="">
            <a:extLst xmlns:a="http://schemas.openxmlformats.org/drawingml/2006/main">
              <a:ext uri="{FF2B5EF4-FFF2-40B4-BE49-F238E27FC236}">
                <a16:creationId xmlns:a16="http://schemas.microsoft.com/office/drawing/2014/main" id="{90C79EB8-F1B1-42BF-AA93-094AA8EAA059}"/>
              </a:ext>
            </a:extLst>
          </p:cNvPr>
          <p:cNvSpPr>
            <a:spLocks xmlns:a="http://schemas.openxmlformats.org/drawingml/2006/main" noGrp="1"/>
          </p:cNvSpPr>
          <p:nvPr/>
        </p:nvSpPr>
        <p:spPr>
          <a:xfrm xmlns:a="http://schemas.openxmlformats.org/drawingml/2006/main">
            <a:off x="4133850" y="5038725"/>
            <a:ext cx="514350" cy="2857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7A4D75E-65C2-4DC1-8CC2-0DD70114785F}"/>
              </a:ext>
            </a:extLst>
          </p:cNvPr>
          <p:cNvSpPr>
            <a:spLocks xmlns:a="http://schemas.openxmlformats.org/drawingml/2006/main" noGrp="1"/>
          </p:cNvSpPr>
          <p:nvPr/>
        </p:nvSpPr>
        <p:spPr>
          <a:xfrm xmlns:a="http://schemas.openxmlformats.org/drawingml/2006/main">
            <a:off x="4648200" y="4629150"/>
            <a:ext cx="2857500" cy="1095375"/>
          </a:xfrm>
          <a:prstGeom xmlns:a="http://schemas.openxmlformats.org/drawingml/2006/main" prst="rect">
            <a:avLst/>
          </a:prstGeom>
          <a:solidFill xmlns:a="http://schemas.openxmlformats.org/drawingml/2006/main">
            <a:srgbClr val="F2F6F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7151F84-615C-4AA2-B337-4371EDEA1E68}"/>
              </a:ext>
            </a:extLst>
          </p:cNvPr>
          <p:cNvSpPr>
            <a:spLocks xmlns:a="http://schemas.openxmlformats.org/drawingml/2006/main" noGrp="1"/>
          </p:cNvSpPr>
          <p:nvPr/>
        </p:nvSpPr>
        <p:spPr>
          <a:xfrm xmlns:a="http://schemas.openxmlformats.org/drawingml/2006/main">
            <a:off x="4857750" y="4800600"/>
            <a:ext cx="2419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1">
                <a:solidFill>
                  <a:srgbClr val="17313B"/>
                </a:solidFill>
                <a:latin typeface="DejaVu Sans"/>
                <a:ea typeface="DejaVu Sans"/>
                <a:cs typeface="DejaVu Sans"/>
              </a:defRPr>
            </a:defPPr>
          </a:lstStyle>
          <a:p xmlns:a="http://schemas.openxmlformats.org/drawingml/2006/main">
            <a:pPr>
              <a:defRPr sz="1800" b="1">
                <a:solidFill>
                  <a:srgbClr val="17313B"/>
                </a:solidFill>
                <a:latin typeface="DejaVu Sans"/>
                <a:ea typeface="DejaVu Sans"/>
                <a:cs typeface="DejaVu Sans"/>
              </a:defRPr>
            </a:pPr>
            <a:r>
              <a:rPr sz="1800" b="1">
                <a:solidFill>
                  <a:srgbClr val="17313B"/>
                </a:solidFill>
                <a:latin typeface="DejaVu Sans"/>
                <a:ea typeface="DejaVu Sans"/>
                <a:cs typeface="DejaVu Sans"/>
              </a:rPr>
              <a:t>Relevance</a:t>
            </a:r>
          </a:p>
        </p:txBody>
      </p:sp>
      <p:sp>
        <p:nvSpPr>
          <p:cNvPr id="20" name="">
            <a:extLst xmlns:a="http://schemas.openxmlformats.org/drawingml/2006/main">
              <a:ext uri="{FF2B5EF4-FFF2-40B4-BE49-F238E27FC236}">
                <a16:creationId xmlns:a16="http://schemas.microsoft.com/office/drawing/2014/main" id="{B90ED2A4-BDF5-47E0-B177-3DC9A2C31BA1}"/>
              </a:ext>
            </a:extLst>
          </p:cNvPr>
          <p:cNvSpPr>
            <a:spLocks xmlns:a="http://schemas.openxmlformats.org/drawingml/2006/main" noGrp="1"/>
          </p:cNvSpPr>
          <p:nvPr/>
        </p:nvSpPr>
        <p:spPr>
          <a:xfrm xmlns:a="http://schemas.openxmlformats.org/drawingml/2006/main">
            <a:off x="4857750" y="5229225"/>
            <a:ext cx="241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53656C"/>
                </a:solidFill>
                <a:latin typeface="DejaVu Sans"/>
                <a:ea typeface="DejaVu Sans"/>
                <a:cs typeface="DejaVu Sans"/>
              </a:defRPr>
            </a:defPPr>
          </a:lstStyle>
          <a:p xmlns:a="http://schemas.openxmlformats.org/drawingml/2006/main">
            <a:pPr>
              <a:defRPr sz="1275" b="0">
                <a:solidFill>
                  <a:srgbClr val="53656C"/>
                </a:solidFill>
                <a:latin typeface="DejaVu Sans"/>
                <a:ea typeface="DejaVu Sans"/>
                <a:cs typeface="DejaVu Sans"/>
              </a:defRPr>
            </a:pPr>
            <a:r>
              <a:rPr sz="1275" b="0">
                <a:solidFill>
                  <a:srgbClr val="53656C"/>
                </a:solidFill>
                <a:latin typeface="DejaVu Sans"/>
                <a:ea typeface="DejaVu Sans"/>
                <a:cs typeface="DejaVu Sans"/>
              </a:rPr>
              <a:t>Test: perceived usefulness</a:t>
            </a:r>
          </a:p>
        </p:txBody>
      </p:sp>
      <p:sp>
        <p:nvSpPr>
          <p:cNvPr id="21" name="">
            <a:extLst xmlns:a="http://schemas.openxmlformats.org/drawingml/2006/main">
              <a:ext uri="{FF2B5EF4-FFF2-40B4-BE49-F238E27FC236}">
                <a16:creationId xmlns:a16="http://schemas.microsoft.com/office/drawing/2014/main" id="{3CD8013D-E522-4718-BFE0-CC94BF9346EB}"/>
              </a:ext>
            </a:extLst>
          </p:cNvPr>
          <p:cNvSpPr>
            <a:spLocks xmlns:a="http://schemas.openxmlformats.org/drawingml/2006/main" noGrp="1"/>
          </p:cNvSpPr>
          <p:nvPr/>
        </p:nvSpPr>
        <p:spPr>
          <a:xfrm xmlns:a="http://schemas.openxmlformats.org/drawingml/2006/main">
            <a:off x="7991475" y="4800600"/>
            <a:ext cx="335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17313B"/>
                </a:solidFill>
                <a:latin typeface="DejaVu Sans"/>
                <a:ea typeface="DejaVu Sans"/>
                <a:cs typeface="DejaVu Sans"/>
              </a:defRPr>
            </a:defPPr>
          </a:lstStyle>
          <a:p xmlns:a="http://schemas.openxmlformats.org/drawingml/2006/main">
            <a:pPr>
              <a:defRPr sz="1800" b="0">
                <a:solidFill>
                  <a:srgbClr val="17313B"/>
                </a:solidFill>
                <a:latin typeface="DejaVu Sans"/>
                <a:ea typeface="DejaVu Sans"/>
                <a:cs typeface="DejaVu Sans"/>
              </a:defRPr>
            </a:pPr>
            <a:r>
              <a:rPr sz="1800" b="0">
                <a:solidFill>
                  <a:srgbClr val="17313B"/>
                </a:solidFill>
                <a:latin typeface="DejaVu Sans"/>
                <a:ea typeface="DejaVu Sans"/>
                <a:cs typeface="DejaVu Sans"/>
              </a:rPr>
              <a:t>The first result does not fit the user need</a:t>
            </a:r>
          </a:p>
        </p:txBody>
      </p:sp>
    </p:spTree>
    <p:extLst>
      <p:ext uri="{BB962C8B-B14F-4D97-AF65-F5344CB8AC3E}">
        <p14:creationId xmlns:p14="http://schemas.microsoft.com/office/powerpoint/2010/main" val="18447951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01D2022-4169-4401-BFEA-85922224E766}"/>
              </a:ext>
            </a:extLst>
          </p:cNvPr>
          <p:cNvSpPr>
            <a:spLocks xmlns:a="http://schemas.openxmlformats.org/drawingml/2006/main" noGrp="1"/>
          </p:cNvSpPr>
          <p:nvPr/>
        </p:nvSpPr>
        <p:spPr>
          <a:xfrm xmlns:a="http://schemas.openxmlformats.org/drawingml/2006/main">
            <a:off x="609600" y="266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53656C"/>
                </a:solidFill>
                <a:latin typeface="DejaVu Sans"/>
                <a:ea typeface="DejaVu Sans"/>
                <a:cs typeface="DejaVu Sans"/>
              </a:defRPr>
            </a:defPPr>
          </a:lstStyle>
          <a:p xmlns:a="http://schemas.openxmlformats.org/drawingml/2006/main">
            <a:pPr>
              <a:defRPr sz="975" b="1">
                <a:solidFill>
                  <a:srgbClr val="53656C"/>
                </a:solidFill>
                <a:latin typeface="DejaVu Sans"/>
                <a:ea typeface="DejaVu Sans"/>
                <a:cs typeface="DejaVu Sans"/>
              </a:defRPr>
            </a:pPr>
            <a:r>
              <a:rPr sz="975" b="1">
                <a:solidFill>
                  <a:srgbClr val="53656C"/>
                </a:solidFill>
                <a:latin typeface="DejaVu Sans"/>
                <a:ea typeface="DejaVu Sans"/>
                <a:cs typeface="DejaVu Sans"/>
              </a:rPr>
              <a:t>DELIVERY PLAN</a:t>
            </a:r>
          </a:p>
        </p:txBody>
      </p:sp>
      <p:sp>
        <p:nvSpPr>
          <p:cNvPr id="2" name="">
            <a:extLst xmlns:a="http://schemas.openxmlformats.org/drawingml/2006/main">
              <a:ext uri="{FF2B5EF4-FFF2-40B4-BE49-F238E27FC236}">
                <a16:creationId xmlns:a16="http://schemas.microsoft.com/office/drawing/2014/main" id="{8D7292AC-7D23-42AD-9903-16F9589E9554}"/>
              </a:ext>
            </a:extLst>
          </p:cNvPr>
          <p:cNvSpPr>
            <a:spLocks xmlns:a="http://schemas.openxmlformats.org/drawingml/2006/main" noGrp="1"/>
          </p:cNvSpPr>
          <p:nvPr/>
        </p:nvSpPr>
        <p:spPr>
          <a:xfrm xmlns:a="http://schemas.openxmlformats.org/drawingml/2006/main">
            <a:off x="609600" y="647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17313B"/>
                </a:solidFill>
                <a:latin typeface="DejaVu Sans"/>
                <a:ea typeface="DejaVu Sans"/>
                <a:cs typeface="DejaVu Sans"/>
              </a:defRPr>
            </a:defPPr>
          </a:lstStyle>
          <a:p xmlns:a="http://schemas.openxmlformats.org/drawingml/2006/main">
            <a:pPr>
              <a:defRPr sz="2625" b="1">
                <a:solidFill>
                  <a:srgbClr val="17313B"/>
                </a:solidFill>
                <a:latin typeface="DejaVu Sans"/>
                <a:ea typeface="DejaVu Sans"/>
                <a:cs typeface="DejaVu Sans"/>
              </a:defRPr>
            </a:pPr>
            <a:r>
              <a:rPr sz="2625" b="1">
                <a:solidFill>
                  <a:srgbClr val="17313B"/>
                </a:solidFill>
                <a:latin typeface="DejaVu Sans"/>
                <a:ea typeface="DejaVu Sans"/>
                <a:cs typeface="DejaVu Sans"/>
              </a:rPr>
              <a:t>Use three review gates to control the rollout</a:t>
            </a:r>
          </a:p>
        </p:txBody>
      </p:sp>
      <p:sp>
        <p:nvSpPr>
          <p:cNvPr id="3" name="">
            <a:extLst xmlns:a="http://schemas.openxmlformats.org/drawingml/2006/main">
              <a:ext uri="{FF2B5EF4-FFF2-40B4-BE49-F238E27FC236}">
                <a16:creationId xmlns:a16="http://schemas.microsoft.com/office/drawing/2014/main" id="{37233089-69AE-440D-998A-99877D93C079}"/>
              </a:ext>
            </a:extLst>
          </p:cNvPr>
          <p:cNvSpPr>
            <a:spLocks xmlns:a="http://schemas.openxmlformats.org/drawingml/2006/main" noGrp="1"/>
          </p:cNvSpPr>
          <p:nvPr/>
        </p:nvSpPr>
        <p:spPr>
          <a:xfrm xmlns:a="http://schemas.openxmlformats.org/drawingml/2006/main">
            <a:off x="609600" y="1609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53656C"/>
                </a:solidFill>
                <a:latin typeface="DejaVu Sans"/>
                <a:ea typeface="DejaVu Sans"/>
                <a:cs typeface="DejaVu Sans"/>
              </a:defRPr>
            </a:defPPr>
          </a:lstStyle>
          <a:p xmlns:a="http://schemas.openxmlformats.org/drawingml/2006/main">
            <a:pPr>
              <a:defRPr sz="1350" b="0">
                <a:solidFill>
                  <a:srgbClr val="53656C"/>
                </a:solidFill>
                <a:latin typeface="DejaVu Sans"/>
                <a:ea typeface="DejaVu Sans"/>
                <a:cs typeface="DejaVu Sans"/>
              </a:defRPr>
            </a:pPr>
            <a:r>
              <a:rPr sz="1350" b="0">
                <a:solidFill>
                  <a:srgbClr val="53656C"/>
                </a:solidFill>
                <a:latin typeface="DejaVu Sans"/>
                <a:ea typeface="DejaVu Sans"/>
                <a:cs typeface="DejaVu Sans"/>
              </a:rPr>
              <a:t>Replace durations and owners with the actual operating plan</a:t>
            </a:r>
          </a:p>
        </p:txBody>
      </p:sp>
      <p:sp>
        <p:nvSpPr>
          <p:cNvPr id="4" name="">
            <a:extLst xmlns:a="http://schemas.openxmlformats.org/drawingml/2006/main">
              <a:ext uri="{FF2B5EF4-FFF2-40B4-BE49-F238E27FC236}">
                <a16:creationId xmlns:a16="http://schemas.microsoft.com/office/drawing/2014/main" id="{6A7F4AB6-1117-4713-8159-916BC4343E1C}"/>
              </a:ext>
            </a:extLst>
          </p:cNvPr>
          <p:cNvSpPr>
            <a:spLocks xmlns:a="http://schemas.openxmlformats.org/drawingml/2006/main" noGrp="1"/>
          </p:cNvSpPr>
          <p:nvPr/>
        </p:nvSpPr>
        <p:spPr>
          <a:xfrm xmlns:a="http://schemas.openxmlformats.org/drawingml/2006/main">
            <a:off x="609600" y="2038350"/>
            <a:ext cx="10972800" cy="19050"/>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0FFAAC-A4EB-40D4-AEC4-A196239414FC}"/>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E4F054-B8C5-4DF1-B1AA-1BC0AE7D85CB}"/>
              </a:ext>
            </a:extLst>
          </p:cNvPr>
          <p:cNvSpPr>
            <a:spLocks xmlns:a="http://schemas.openxmlformats.org/drawingml/2006/main" noGrp="1"/>
          </p:cNvSpPr>
          <p:nvPr/>
        </p:nvSpPr>
        <p:spPr>
          <a:xfrm xmlns:a="http://schemas.openxmlformats.org/drawingml/2006/main">
            <a:off x="609600" y="64198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53656C"/>
                </a:solidFill>
                <a:latin typeface="DejaVu Sans"/>
                <a:ea typeface="DejaVu Sans"/>
                <a:cs typeface="DejaVu Sans"/>
              </a:defRPr>
            </a:defPPr>
          </a:lstStyle>
          <a:p xmlns:a="http://schemas.openxmlformats.org/drawingml/2006/main">
            <a:pPr>
              <a:defRPr sz="900" b="0">
                <a:solidFill>
                  <a:srgbClr val="53656C"/>
                </a:solidFill>
                <a:latin typeface="DejaVu Sans"/>
                <a:ea typeface="DejaVu Sans"/>
                <a:cs typeface="DejaVu Sans"/>
              </a:defRPr>
            </a:pPr>
            <a:r>
              <a:rPr sz="900" b="0">
                <a:solidFill>
                  <a:srgbClr val="53656C"/>
                </a:solidFill>
                <a:latin typeface="DejaVu Sans"/>
                <a:ea typeface="DejaVu Sans"/>
                <a:cs typeface="DejaVu Sans"/>
              </a:rPr>
              <a:t>SYNTHETIC EXAMPLE  |  Replace evidence, owners and sources before use</a:t>
            </a:r>
          </a:p>
        </p:txBody>
      </p:sp>
      <p:sp>
        <p:nvSpPr>
          <p:cNvPr id="7" name="">
            <a:extLst xmlns:a="http://schemas.openxmlformats.org/drawingml/2006/main">
              <a:ext uri="{FF2B5EF4-FFF2-40B4-BE49-F238E27FC236}">
                <a16:creationId xmlns:a16="http://schemas.microsoft.com/office/drawing/2014/main" id="{FEF5B219-A006-4732-A770-2FBE34C3CE3A}"/>
              </a:ext>
            </a:extLst>
          </p:cNvPr>
          <p:cNvSpPr>
            <a:spLocks xmlns:a="http://schemas.openxmlformats.org/drawingml/2006/main" noGrp="1"/>
          </p:cNvSpPr>
          <p:nvPr/>
        </p:nvSpPr>
        <p:spPr>
          <a:xfrm xmlns:a="http://schemas.openxmlformats.org/drawingml/2006/main">
            <a:off x="11001375" y="64198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1">
                <a:solidFill>
                  <a:srgbClr val="53656C"/>
                </a:solidFill>
                <a:latin typeface="DejaVu Sans"/>
                <a:ea typeface="DejaVu Sans"/>
                <a:cs typeface="DejaVu Sans"/>
              </a:defRPr>
            </a:defPPr>
          </a:lstStyle>
          <a:p xmlns:a="http://schemas.openxmlformats.org/drawingml/2006/main">
            <a:pPr>
              <a:defRPr sz="900" b="1">
                <a:solidFill>
                  <a:srgbClr val="53656C"/>
                </a:solidFill>
                <a:latin typeface="DejaVu Sans"/>
                <a:ea typeface="DejaVu Sans"/>
                <a:cs typeface="DejaVu Sans"/>
              </a:defRPr>
            </a:pPr>
            <a:r>
              <a:rPr sz="900" b="1">
                <a:solidFill>
                  <a:srgbClr val="53656C"/>
                </a:solidFill>
                <a:latin typeface="DejaVu Sans"/>
                <a:ea typeface="DejaVu Sans"/>
                <a:cs typeface="DejaVu Sans"/>
              </a:rPr>
              <a:t>05</a:t>
            </a:r>
          </a:p>
        </p:txBody>
      </p:sp>
      <p:sp>
        <p:nvSpPr>
          <p:cNvPr id="8" name="">
            <a:extLst xmlns:a="http://schemas.openxmlformats.org/drawingml/2006/main">
              <a:ext uri="{FF2B5EF4-FFF2-40B4-BE49-F238E27FC236}">
                <a16:creationId xmlns:a16="http://schemas.microsoft.com/office/drawing/2014/main" id="{0177B342-6057-4419-B444-03B41CA19257}"/>
              </a:ext>
            </a:extLst>
          </p:cNvPr>
          <p:cNvSpPr>
            <a:spLocks xmlns:a="http://schemas.openxmlformats.org/drawingml/2006/main" noGrp="1"/>
          </p:cNvSpPr>
          <p:nvPr/>
        </p:nvSpPr>
        <p:spPr>
          <a:xfrm xmlns:a="http://schemas.openxmlformats.org/drawingml/2006/main">
            <a:off x="609600" y="23717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600" b="1">
                <a:solidFill>
                  <a:srgbClr val="187F79"/>
                </a:solidFill>
                <a:latin typeface="DejaVu Sans"/>
                <a:ea typeface="DejaVu Sans"/>
                <a:cs typeface="DejaVu Sans"/>
              </a:defRPr>
            </a:defPPr>
          </a:lstStyle>
          <a:p xmlns:a="http://schemas.openxmlformats.org/drawingml/2006/main">
            <a:pPr>
              <a:defRPr sz="3600" b="1">
                <a:solidFill>
                  <a:srgbClr val="187F79"/>
                </a:solidFill>
                <a:latin typeface="DejaVu Sans"/>
                <a:ea typeface="DejaVu Sans"/>
                <a:cs typeface="DejaVu Sans"/>
              </a:defRPr>
            </a:pPr>
            <a:r>
              <a:rPr sz="3600" b="1">
                <a:solidFill>
                  <a:srgbClr val="187F79"/>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93BBE8C4-A8F9-47D8-9554-286E7DA38090}"/>
              </a:ext>
            </a:extLst>
          </p:cNvPr>
          <p:cNvSpPr>
            <a:spLocks xmlns:a="http://schemas.openxmlformats.org/drawingml/2006/main" noGrp="1"/>
          </p:cNvSpPr>
          <p:nvPr/>
        </p:nvSpPr>
        <p:spPr>
          <a:xfrm xmlns:a="http://schemas.openxmlformats.org/drawingml/2006/main">
            <a:off x="609600" y="3143250"/>
            <a:ext cx="3409950" cy="28575"/>
          </a:xfrm>
          <a:prstGeom xmlns:a="http://schemas.openxmlformats.org/drawingml/2006/main" prst="rect">
            <a:avLst/>
          </a:prstGeom>
          <a:solidFill xmlns:a="http://schemas.openxmlformats.org/drawingml/2006/main">
            <a:srgbClr val="18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43AE1B6-0228-43FB-8E32-1B3E4BC66C47}"/>
              </a:ext>
            </a:extLst>
          </p:cNvPr>
          <p:cNvSpPr>
            <a:spLocks xmlns:a="http://schemas.openxmlformats.org/drawingml/2006/main" noGrp="1"/>
          </p:cNvSpPr>
          <p:nvPr/>
        </p:nvSpPr>
        <p:spPr>
          <a:xfrm xmlns:a="http://schemas.openxmlformats.org/drawingml/2006/main">
            <a:off x="609600" y="3390900"/>
            <a:ext cx="3409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53656C"/>
                </a:solidFill>
                <a:latin typeface="DejaVu Sans"/>
                <a:ea typeface="DejaVu Sans"/>
                <a:cs typeface="DejaVu Sans"/>
              </a:defRPr>
            </a:defPPr>
          </a:lstStyle>
          <a:p xmlns:a="http://schemas.openxmlformats.org/drawingml/2006/main">
            <a:pPr>
              <a:defRPr sz="1200" b="1">
                <a:solidFill>
                  <a:srgbClr val="53656C"/>
                </a:solidFill>
                <a:latin typeface="DejaVu Sans"/>
                <a:ea typeface="DejaVu Sans"/>
                <a:cs typeface="DejaVu Sans"/>
              </a:defRPr>
            </a:pPr>
            <a:r>
              <a:rPr sz="1200" b="1">
                <a:solidFill>
                  <a:srgbClr val="53656C"/>
                </a:solidFill>
                <a:latin typeface="DejaVu Sans"/>
                <a:ea typeface="DejaVu Sans"/>
                <a:cs typeface="DejaVu Sans"/>
              </a:rPr>
              <a:t>DESIGN</a:t>
            </a:r>
          </a:p>
        </p:txBody>
      </p:sp>
      <p:sp>
        <p:nvSpPr>
          <p:cNvPr id="11" name="">
            <a:extLst xmlns:a="http://schemas.openxmlformats.org/drawingml/2006/main">
              <a:ext uri="{FF2B5EF4-FFF2-40B4-BE49-F238E27FC236}">
                <a16:creationId xmlns:a16="http://schemas.microsoft.com/office/drawing/2014/main" id="{0EE2AD3D-CABE-473A-86DB-57730E767231}"/>
              </a:ext>
            </a:extLst>
          </p:cNvPr>
          <p:cNvSpPr>
            <a:spLocks xmlns:a="http://schemas.openxmlformats.org/drawingml/2006/main" noGrp="1"/>
          </p:cNvSpPr>
          <p:nvPr/>
        </p:nvSpPr>
        <p:spPr>
          <a:xfrm xmlns:a="http://schemas.openxmlformats.org/drawingml/2006/main">
            <a:off x="609600" y="3800475"/>
            <a:ext cx="3409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7313B"/>
                </a:solidFill>
                <a:latin typeface="DejaVu Sans"/>
                <a:ea typeface="DejaVu Sans"/>
                <a:cs typeface="DejaVu Sans"/>
              </a:defRPr>
            </a:defPPr>
          </a:lstStyle>
          <a:p xmlns:a="http://schemas.openxmlformats.org/drawingml/2006/main">
            <a:pPr>
              <a:defRPr sz="2100" b="1">
                <a:solidFill>
                  <a:srgbClr val="17313B"/>
                </a:solidFill>
                <a:latin typeface="DejaVu Sans"/>
                <a:ea typeface="DejaVu Sans"/>
                <a:cs typeface="DejaVu Sans"/>
              </a:defRPr>
            </a:pPr>
            <a:r>
              <a:rPr sz="2100" b="1">
                <a:solidFill>
                  <a:srgbClr val="17313B"/>
                </a:solidFill>
                <a:latin typeface="DejaVu Sans"/>
                <a:ea typeface="DejaVu Sans"/>
                <a:cs typeface="DejaVu Sans"/>
              </a:rPr>
              <a:t>Weeks 1–2</a:t>
            </a:r>
          </a:p>
        </p:txBody>
      </p:sp>
      <p:sp>
        <p:nvSpPr>
          <p:cNvPr id="12" name="">
            <a:extLst xmlns:a="http://schemas.openxmlformats.org/drawingml/2006/main">
              <a:ext uri="{FF2B5EF4-FFF2-40B4-BE49-F238E27FC236}">
                <a16:creationId xmlns:a16="http://schemas.microsoft.com/office/drawing/2014/main" id="{EE842422-BD92-4F5E-97C3-651608C29D76}"/>
              </a:ext>
            </a:extLst>
          </p:cNvPr>
          <p:cNvSpPr>
            <a:spLocks xmlns:a="http://schemas.openxmlformats.org/drawingml/2006/main" noGrp="1"/>
          </p:cNvSpPr>
          <p:nvPr/>
        </p:nvSpPr>
        <p:spPr>
          <a:xfrm xmlns:a="http://schemas.openxmlformats.org/drawingml/2006/main">
            <a:off x="609600" y="4333875"/>
            <a:ext cx="340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17313B"/>
                </a:solidFill>
                <a:latin typeface="DejaVu Sans"/>
                <a:ea typeface="DejaVu Sans"/>
                <a:cs typeface="DejaVu Sans"/>
              </a:defRPr>
            </a:defPPr>
          </a:lstStyle>
          <a:p xmlns:a="http://schemas.openxmlformats.org/drawingml/2006/main">
            <a:pPr>
              <a:defRPr sz="1725" b="0">
                <a:solidFill>
                  <a:srgbClr val="17313B"/>
                </a:solidFill>
                <a:latin typeface="DejaVu Sans"/>
                <a:ea typeface="DejaVu Sans"/>
                <a:cs typeface="DejaVu Sans"/>
              </a:defRPr>
            </a:pPr>
            <a:r>
              <a:rPr sz="1725" b="0">
                <a:solidFill>
                  <a:srgbClr val="17313B"/>
                </a:solidFill>
                <a:latin typeface="DejaVu Sans"/>
                <a:ea typeface="DejaVu Sans"/>
                <a:cs typeface="DejaVu Sans"/>
              </a:rPr>
              <a:t>Define the test</a:t>
            </a:r>
          </a:p>
        </p:txBody>
      </p:sp>
      <p:sp>
        <p:nvSpPr>
          <p:cNvPr id="13" name="">
            <a:extLst xmlns:a="http://schemas.openxmlformats.org/drawingml/2006/main">
              <a:ext uri="{FF2B5EF4-FFF2-40B4-BE49-F238E27FC236}">
                <a16:creationId xmlns:a16="http://schemas.microsoft.com/office/drawing/2014/main" id="{D6861443-DBBB-4216-AD3A-B04A9765FE12}"/>
              </a:ext>
            </a:extLst>
          </p:cNvPr>
          <p:cNvSpPr>
            <a:spLocks xmlns:a="http://schemas.openxmlformats.org/drawingml/2006/main" noGrp="1"/>
          </p:cNvSpPr>
          <p:nvPr/>
        </p:nvSpPr>
        <p:spPr>
          <a:xfrm xmlns:a="http://schemas.openxmlformats.org/drawingml/2006/main">
            <a:off x="609600" y="4867275"/>
            <a:ext cx="340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53656C"/>
                </a:solidFill>
                <a:latin typeface="DejaVu Sans"/>
                <a:ea typeface="DejaVu Sans"/>
                <a:cs typeface="DejaVu Sans"/>
              </a:defRPr>
            </a:defPPr>
          </a:lstStyle>
          <a:p xmlns:a="http://schemas.openxmlformats.org/drawingml/2006/main">
            <a:pPr>
              <a:defRPr sz="1425" b="0">
                <a:solidFill>
                  <a:srgbClr val="53656C"/>
                </a:solidFill>
                <a:latin typeface="DejaVu Sans"/>
                <a:ea typeface="DejaVu Sans"/>
                <a:cs typeface="DejaVu Sans"/>
              </a:defRPr>
            </a:pPr>
            <a:r>
              <a:rPr sz="1425" b="0">
                <a:solidFill>
                  <a:srgbClr val="53656C"/>
                </a:solidFill>
                <a:latin typeface="DejaVu Sans"/>
                <a:ea typeface="DejaVu Sans"/>
                <a:cs typeface="DejaVu Sans"/>
              </a:rPr>
              <a:t>Owner: service lead</a:t>
            </a:r>
          </a:p>
        </p:txBody>
      </p:sp>
      <p:sp>
        <p:nvSpPr>
          <p:cNvPr id="14" name="">
            <a:extLst xmlns:a="http://schemas.openxmlformats.org/drawingml/2006/main">
              <a:ext uri="{FF2B5EF4-FFF2-40B4-BE49-F238E27FC236}">
                <a16:creationId xmlns:a16="http://schemas.microsoft.com/office/drawing/2014/main" id="{285E7C69-93E6-46A2-BD3E-5B112B949097}"/>
              </a:ext>
            </a:extLst>
          </p:cNvPr>
          <p:cNvSpPr>
            <a:spLocks xmlns:a="http://schemas.openxmlformats.org/drawingml/2006/main" noGrp="1"/>
          </p:cNvSpPr>
          <p:nvPr/>
        </p:nvSpPr>
        <p:spPr>
          <a:xfrm xmlns:a="http://schemas.openxmlformats.org/drawingml/2006/main">
            <a:off x="609600" y="5467350"/>
            <a:ext cx="340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17313B"/>
                </a:solidFill>
                <a:latin typeface="DejaVu Sans"/>
                <a:ea typeface="DejaVu Sans"/>
                <a:cs typeface="DejaVu Sans"/>
              </a:defRPr>
            </a:defPPr>
          </a:lstStyle>
          <a:p xmlns:a="http://schemas.openxmlformats.org/drawingml/2006/main">
            <a:pPr>
              <a:defRPr sz="1500" b="1">
                <a:solidFill>
                  <a:srgbClr val="17313B"/>
                </a:solidFill>
                <a:latin typeface="DejaVu Sans"/>
                <a:ea typeface="DejaVu Sans"/>
                <a:cs typeface="DejaVu Sans"/>
              </a:defRPr>
            </a:pPr>
            <a:r>
              <a:rPr sz="1500" b="1">
                <a:solidFill>
                  <a:srgbClr val="17313B"/>
                </a:solidFill>
                <a:latin typeface="DejaVu Sans"/>
                <a:ea typeface="DejaVu Sans"/>
                <a:cs typeface="DejaVu Sans"/>
              </a:rPr>
              <a:t>Gate: measures agreed</a:t>
            </a:r>
          </a:p>
        </p:txBody>
      </p:sp>
      <p:sp>
        <p:nvSpPr>
          <p:cNvPr id="15" name="">
            <a:extLst xmlns:a="http://schemas.openxmlformats.org/drawingml/2006/main">
              <a:ext uri="{FF2B5EF4-FFF2-40B4-BE49-F238E27FC236}">
                <a16:creationId xmlns:a16="http://schemas.microsoft.com/office/drawing/2014/main" id="{B802FC2B-4738-4E7A-B45D-C754DEA9A092}"/>
              </a:ext>
            </a:extLst>
          </p:cNvPr>
          <p:cNvSpPr>
            <a:spLocks xmlns:a="http://schemas.openxmlformats.org/drawingml/2006/main" noGrp="1"/>
          </p:cNvSpPr>
          <p:nvPr/>
        </p:nvSpPr>
        <p:spPr>
          <a:xfrm xmlns:a="http://schemas.openxmlformats.org/drawingml/2006/main">
            <a:off x="4362450" y="23717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600" b="1">
                <a:solidFill>
                  <a:srgbClr val="187F79"/>
                </a:solidFill>
                <a:latin typeface="DejaVu Sans"/>
                <a:ea typeface="DejaVu Sans"/>
                <a:cs typeface="DejaVu Sans"/>
              </a:defRPr>
            </a:defPPr>
          </a:lstStyle>
          <a:p xmlns:a="http://schemas.openxmlformats.org/drawingml/2006/main">
            <a:pPr>
              <a:defRPr sz="3600" b="1">
                <a:solidFill>
                  <a:srgbClr val="187F79"/>
                </a:solidFill>
                <a:latin typeface="DejaVu Sans"/>
                <a:ea typeface="DejaVu Sans"/>
                <a:cs typeface="DejaVu Sans"/>
              </a:defRPr>
            </a:pPr>
            <a:r>
              <a:rPr sz="3600" b="1">
                <a:solidFill>
                  <a:srgbClr val="187F79"/>
                </a:solidFill>
                <a:latin typeface="DejaVu Sans"/>
                <a:ea typeface="DejaVu Sans"/>
                <a:cs typeface="DejaVu Sans"/>
              </a:rPr>
              <a:t>02</a:t>
            </a:r>
          </a:p>
        </p:txBody>
      </p:sp>
      <p:sp>
        <p:nvSpPr>
          <p:cNvPr id="16" name="">
            <a:extLst xmlns:a="http://schemas.openxmlformats.org/drawingml/2006/main">
              <a:ext uri="{FF2B5EF4-FFF2-40B4-BE49-F238E27FC236}">
                <a16:creationId xmlns:a16="http://schemas.microsoft.com/office/drawing/2014/main" id="{4670ECEB-65F2-43F0-960B-263417544298}"/>
              </a:ext>
            </a:extLst>
          </p:cNvPr>
          <p:cNvSpPr>
            <a:spLocks xmlns:a="http://schemas.openxmlformats.org/drawingml/2006/main" noGrp="1"/>
          </p:cNvSpPr>
          <p:nvPr/>
        </p:nvSpPr>
        <p:spPr>
          <a:xfrm xmlns:a="http://schemas.openxmlformats.org/drawingml/2006/main">
            <a:off x="4362450" y="3143250"/>
            <a:ext cx="3409950" cy="28575"/>
          </a:xfrm>
          <a:prstGeom xmlns:a="http://schemas.openxmlformats.org/drawingml/2006/main" prst="rect">
            <a:avLst/>
          </a:prstGeom>
          <a:solidFill xmlns:a="http://schemas.openxmlformats.org/drawingml/2006/main">
            <a:srgbClr val="18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E51BC17-040C-40AB-AA8E-18CF0B0A6131}"/>
              </a:ext>
            </a:extLst>
          </p:cNvPr>
          <p:cNvSpPr>
            <a:spLocks xmlns:a="http://schemas.openxmlformats.org/drawingml/2006/main" noGrp="1"/>
          </p:cNvSpPr>
          <p:nvPr/>
        </p:nvSpPr>
        <p:spPr>
          <a:xfrm xmlns:a="http://schemas.openxmlformats.org/drawingml/2006/main">
            <a:off x="4362450" y="3390900"/>
            <a:ext cx="3409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53656C"/>
                </a:solidFill>
                <a:latin typeface="DejaVu Sans"/>
                <a:ea typeface="DejaVu Sans"/>
                <a:cs typeface="DejaVu Sans"/>
              </a:defRPr>
            </a:defPPr>
          </a:lstStyle>
          <a:p xmlns:a="http://schemas.openxmlformats.org/drawingml/2006/main">
            <a:pPr>
              <a:defRPr sz="1200" b="1">
                <a:solidFill>
                  <a:srgbClr val="53656C"/>
                </a:solidFill>
                <a:latin typeface="DejaVu Sans"/>
                <a:ea typeface="DejaVu Sans"/>
                <a:cs typeface="DejaVu Sans"/>
              </a:defRPr>
            </a:pPr>
            <a:r>
              <a:rPr sz="1200" b="1">
                <a:solidFill>
                  <a:srgbClr val="53656C"/>
                </a:solidFill>
                <a:latin typeface="DejaVu Sans"/>
                <a:ea typeface="DejaVu Sans"/>
                <a:cs typeface="DejaVu Sans"/>
              </a:rPr>
              <a:t>PILOT</a:t>
            </a:r>
          </a:p>
        </p:txBody>
      </p:sp>
      <p:sp>
        <p:nvSpPr>
          <p:cNvPr id="18" name="">
            <a:extLst xmlns:a="http://schemas.openxmlformats.org/drawingml/2006/main">
              <a:ext uri="{FF2B5EF4-FFF2-40B4-BE49-F238E27FC236}">
                <a16:creationId xmlns:a16="http://schemas.microsoft.com/office/drawing/2014/main" id="{F4345AAB-6FD0-4069-A825-E4FB00956620}"/>
              </a:ext>
            </a:extLst>
          </p:cNvPr>
          <p:cNvSpPr>
            <a:spLocks xmlns:a="http://schemas.openxmlformats.org/drawingml/2006/main" noGrp="1"/>
          </p:cNvSpPr>
          <p:nvPr/>
        </p:nvSpPr>
        <p:spPr>
          <a:xfrm xmlns:a="http://schemas.openxmlformats.org/drawingml/2006/main">
            <a:off x="4362450" y="3800475"/>
            <a:ext cx="3409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7313B"/>
                </a:solidFill>
                <a:latin typeface="DejaVu Sans"/>
                <a:ea typeface="DejaVu Sans"/>
                <a:cs typeface="DejaVu Sans"/>
              </a:defRPr>
            </a:defPPr>
          </a:lstStyle>
          <a:p xmlns:a="http://schemas.openxmlformats.org/drawingml/2006/main">
            <a:pPr>
              <a:defRPr sz="2100" b="1">
                <a:solidFill>
                  <a:srgbClr val="17313B"/>
                </a:solidFill>
                <a:latin typeface="DejaVu Sans"/>
                <a:ea typeface="DejaVu Sans"/>
                <a:cs typeface="DejaVu Sans"/>
              </a:defRPr>
            </a:pPr>
            <a:r>
              <a:rPr sz="2100" b="1">
                <a:solidFill>
                  <a:srgbClr val="17313B"/>
                </a:solidFill>
                <a:latin typeface="DejaVu Sans"/>
                <a:ea typeface="DejaVu Sans"/>
                <a:cs typeface="DejaVu Sans"/>
              </a:rPr>
              <a:t>Weeks 3–6</a:t>
            </a:r>
          </a:p>
        </p:txBody>
      </p:sp>
      <p:sp>
        <p:nvSpPr>
          <p:cNvPr id="19" name="">
            <a:extLst xmlns:a="http://schemas.openxmlformats.org/drawingml/2006/main">
              <a:ext uri="{FF2B5EF4-FFF2-40B4-BE49-F238E27FC236}">
                <a16:creationId xmlns:a16="http://schemas.microsoft.com/office/drawing/2014/main" id="{7E3A03DA-D6A3-410A-ACF2-42963CAAD3E5}"/>
              </a:ext>
            </a:extLst>
          </p:cNvPr>
          <p:cNvSpPr>
            <a:spLocks xmlns:a="http://schemas.openxmlformats.org/drawingml/2006/main" noGrp="1"/>
          </p:cNvSpPr>
          <p:nvPr/>
        </p:nvSpPr>
        <p:spPr>
          <a:xfrm xmlns:a="http://schemas.openxmlformats.org/drawingml/2006/main">
            <a:off x="4362450" y="4333875"/>
            <a:ext cx="340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17313B"/>
                </a:solidFill>
                <a:latin typeface="DejaVu Sans"/>
                <a:ea typeface="DejaVu Sans"/>
                <a:cs typeface="DejaVu Sans"/>
              </a:defRPr>
            </a:defPPr>
          </a:lstStyle>
          <a:p xmlns:a="http://schemas.openxmlformats.org/drawingml/2006/main">
            <a:pPr>
              <a:defRPr sz="1725" b="0">
                <a:solidFill>
                  <a:srgbClr val="17313B"/>
                </a:solidFill>
                <a:latin typeface="DejaVu Sans"/>
                <a:ea typeface="DejaVu Sans"/>
                <a:cs typeface="DejaVu Sans"/>
              </a:defRPr>
            </a:pPr>
            <a:r>
              <a:rPr sz="1725" b="0">
                <a:solidFill>
                  <a:srgbClr val="17313B"/>
                </a:solidFill>
                <a:latin typeface="DejaVu Sans"/>
                <a:ea typeface="DejaVu Sans"/>
                <a:cs typeface="DejaVu Sans"/>
              </a:rPr>
              <a:t>Run and compare</a:t>
            </a:r>
          </a:p>
        </p:txBody>
      </p:sp>
      <p:sp>
        <p:nvSpPr>
          <p:cNvPr id="20" name="">
            <a:extLst xmlns:a="http://schemas.openxmlformats.org/drawingml/2006/main">
              <a:ext uri="{FF2B5EF4-FFF2-40B4-BE49-F238E27FC236}">
                <a16:creationId xmlns:a16="http://schemas.microsoft.com/office/drawing/2014/main" id="{08B7095C-8378-419F-AE0F-538C186E9877}"/>
              </a:ext>
            </a:extLst>
          </p:cNvPr>
          <p:cNvSpPr>
            <a:spLocks xmlns:a="http://schemas.openxmlformats.org/drawingml/2006/main" noGrp="1"/>
          </p:cNvSpPr>
          <p:nvPr/>
        </p:nvSpPr>
        <p:spPr>
          <a:xfrm xmlns:a="http://schemas.openxmlformats.org/drawingml/2006/main">
            <a:off x="4362450" y="4867275"/>
            <a:ext cx="340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53656C"/>
                </a:solidFill>
                <a:latin typeface="DejaVu Sans"/>
                <a:ea typeface="DejaVu Sans"/>
                <a:cs typeface="DejaVu Sans"/>
              </a:defRPr>
            </a:defPPr>
          </a:lstStyle>
          <a:p xmlns:a="http://schemas.openxmlformats.org/drawingml/2006/main">
            <a:pPr>
              <a:defRPr sz="1425" b="0">
                <a:solidFill>
                  <a:srgbClr val="53656C"/>
                </a:solidFill>
                <a:latin typeface="DejaVu Sans"/>
                <a:ea typeface="DejaVu Sans"/>
                <a:cs typeface="DejaVu Sans"/>
              </a:defRPr>
            </a:pPr>
            <a:r>
              <a:rPr sz="1425" b="0">
                <a:solidFill>
                  <a:srgbClr val="53656C"/>
                </a:solidFill>
                <a:latin typeface="DejaVu Sans"/>
                <a:ea typeface="DejaVu Sans"/>
                <a:cs typeface="DejaVu Sans"/>
              </a:rPr>
              <a:t>Owner: delivery lead</a:t>
            </a:r>
          </a:p>
        </p:txBody>
      </p:sp>
      <p:sp>
        <p:nvSpPr>
          <p:cNvPr id="21" name="">
            <a:extLst xmlns:a="http://schemas.openxmlformats.org/drawingml/2006/main">
              <a:ext uri="{FF2B5EF4-FFF2-40B4-BE49-F238E27FC236}">
                <a16:creationId xmlns:a16="http://schemas.microsoft.com/office/drawing/2014/main" id="{4B2D796C-2A1F-4B3D-9AF6-F9B3B0FB71A9}"/>
              </a:ext>
            </a:extLst>
          </p:cNvPr>
          <p:cNvSpPr>
            <a:spLocks xmlns:a="http://schemas.openxmlformats.org/drawingml/2006/main" noGrp="1"/>
          </p:cNvSpPr>
          <p:nvPr/>
        </p:nvSpPr>
        <p:spPr>
          <a:xfrm xmlns:a="http://schemas.openxmlformats.org/drawingml/2006/main">
            <a:off x="4362450" y="5467350"/>
            <a:ext cx="340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17313B"/>
                </a:solidFill>
                <a:latin typeface="DejaVu Sans"/>
                <a:ea typeface="DejaVu Sans"/>
                <a:cs typeface="DejaVu Sans"/>
              </a:defRPr>
            </a:defPPr>
          </a:lstStyle>
          <a:p xmlns:a="http://schemas.openxmlformats.org/drawingml/2006/main">
            <a:pPr>
              <a:defRPr sz="1500" b="1">
                <a:solidFill>
                  <a:srgbClr val="17313B"/>
                </a:solidFill>
                <a:latin typeface="DejaVu Sans"/>
                <a:ea typeface="DejaVu Sans"/>
                <a:cs typeface="DejaVu Sans"/>
              </a:defRPr>
            </a:pPr>
            <a:r>
              <a:rPr sz="1500" b="1">
                <a:solidFill>
                  <a:srgbClr val="17313B"/>
                </a:solidFill>
                <a:latin typeface="DejaVu Sans"/>
                <a:ea typeface="DejaVu Sans"/>
                <a:cs typeface="DejaVu Sans"/>
              </a:rPr>
              <a:t>Gate: evidence reviewed</a:t>
            </a:r>
          </a:p>
        </p:txBody>
      </p:sp>
      <p:sp>
        <p:nvSpPr>
          <p:cNvPr id="22" name="">
            <a:extLst xmlns:a="http://schemas.openxmlformats.org/drawingml/2006/main">
              <a:ext uri="{FF2B5EF4-FFF2-40B4-BE49-F238E27FC236}">
                <a16:creationId xmlns:a16="http://schemas.microsoft.com/office/drawing/2014/main" id="{28C1D966-2B21-4D69-A55E-230BBC53C034}"/>
              </a:ext>
            </a:extLst>
          </p:cNvPr>
          <p:cNvSpPr>
            <a:spLocks xmlns:a="http://schemas.openxmlformats.org/drawingml/2006/main" noGrp="1"/>
          </p:cNvSpPr>
          <p:nvPr/>
        </p:nvSpPr>
        <p:spPr>
          <a:xfrm xmlns:a="http://schemas.openxmlformats.org/drawingml/2006/main">
            <a:off x="8115300" y="23717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600" b="1">
                <a:solidFill>
                  <a:srgbClr val="187F79"/>
                </a:solidFill>
                <a:latin typeface="DejaVu Sans"/>
                <a:ea typeface="DejaVu Sans"/>
                <a:cs typeface="DejaVu Sans"/>
              </a:defRPr>
            </a:defPPr>
          </a:lstStyle>
          <a:p xmlns:a="http://schemas.openxmlformats.org/drawingml/2006/main">
            <a:pPr>
              <a:defRPr sz="3600" b="1">
                <a:solidFill>
                  <a:srgbClr val="187F79"/>
                </a:solidFill>
                <a:latin typeface="DejaVu Sans"/>
                <a:ea typeface="DejaVu Sans"/>
                <a:cs typeface="DejaVu Sans"/>
              </a:defRPr>
            </a:pPr>
            <a:r>
              <a:rPr sz="3600" b="1">
                <a:solidFill>
                  <a:srgbClr val="187F79"/>
                </a:solidFill>
                <a:latin typeface="DejaVu Sans"/>
                <a:ea typeface="DejaVu Sans"/>
                <a:cs typeface="DejaVu Sans"/>
              </a:rPr>
              <a:t>03</a:t>
            </a:r>
          </a:p>
        </p:txBody>
      </p:sp>
      <p:sp>
        <p:nvSpPr>
          <p:cNvPr id="23" name="">
            <a:extLst xmlns:a="http://schemas.openxmlformats.org/drawingml/2006/main">
              <a:ext uri="{FF2B5EF4-FFF2-40B4-BE49-F238E27FC236}">
                <a16:creationId xmlns:a16="http://schemas.microsoft.com/office/drawing/2014/main" id="{12570AA6-235E-4B92-A659-43CE4E9DE3BA}"/>
              </a:ext>
            </a:extLst>
          </p:cNvPr>
          <p:cNvSpPr>
            <a:spLocks xmlns:a="http://schemas.openxmlformats.org/drawingml/2006/main" noGrp="1"/>
          </p:cNvSpPr>
          <p:nvPr/>
        </p:nvSpPr>
        <p:spPr>
          <a:xfrm xmlns:a="http://schemas.openxmlformats.org/drawingml/2006/main">
            <a:off x="8115300" y="3143250"/>
            <a:ext cx="3409950" cy="28575"/>
          </a:xfrm>
          <a:prstGeom xmlns:a="http://schemas.openxmlformats.org/drawingml/2006/main" prst="rect">
            <a:avLst/>
          </a:prstGeom>
          <a:solidFill xmlns:a="http://schemas.openxmlformats.org/drawingml/2006/main">
            <a:srgbClr val="187F7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2B63712-0D20-4741-B64C-2647F1FC93E5}"/>
              </a:ext>
            </a:extLst>
          </p:cNvPr>
          <p:cNvSpPr>
            <a:spLocks xmlns:a="http://schemas.openxmlformats.org/drawingml/2006/main" noGrp="1"/>
          </p:cNvSpPr>
          <p:nvPr/>
        </p:nvSpPr>
        <p:spPr>
          <a:xfrm xmlns:a="http://schemas.openxmlformats.org/drawingml/2006/main">
            <a:off x="8115300" y="3390900"/>
            <a:ext cx="34099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00" b="1">
                <a:solidFill>
                  <a:srgbClr val="53656C"/>
                </a:solidFill>
                <a:latin typeface="DejaVu Sans"/>
                <a:ea typeface="DejaVu Sans"/>
                <a:cs typeface="DejaVu Sans"/>
              </a:defRPr>
            </a:defPPr>
          </a:lstStyle>
          <a:p xmlns:a="http://schemas.openxmlformats.org/drawingml/2006/main">
            <a:pPr>
              <a:defRPr sz="1200" b="1">
                <a:solidFill>
                  <a:srgbClr val="53656C"/>
                </a:solidFill>
                <a:latin typeface="DejaVu Sans"/>
                <a:ea typeface="DejaVu Sans"/>
                <a:cs typeface="DejaVu Sans"/>
              </a:defRPr>
            </a:pPr>
            <a:r>
              <a:rPr sz="1200" b="1">
                <a:solidFill>
                  <a:srgbClr val="53656C"/>
                </a:solidFill>
                <a:latin typeface="DejaVu Sans"/>
                <a:ea typeface="DejaVu Sans"/>
                <a:cs typeface="DejaVu Sans"/>
              </a:rPr>
              <a:t>DECIDE</a:t>
            </a:r>
          </a:p>
        </p:txBody>
      </p:sp>
      <p:sp>
        <p:nvSpPr>
          <p:cNvPr id="25" name="">
            <a:extLst xmlns:a="http://schemas.openxmlformats.org/drawingml/2006/main">
              <a:ext uri="{FF2B5EF4-FFF2-40B4-BE49-F238E27FC236}">
                <a16:creationId xmlns:a16="http://schemas.microsoft.com/office/drawing/2014/main" id="{A9083850-904D-4565-A75C-C94365080397}"/>
              </a:ext>
            </a:extLst>
          </p:cNvPr>
          <p:cNvSpPr>
            <a:spLocks xmlns:a="http://schemas.openxmlformats.org/drawingml/2006/main" noGrp="1"/>
          </p:cNvSpPr>
          <p:nvPr/>
        </p:nvSpPr>
        <p:spPr>
          <a:xfrm xmlns:a="http://schemas.openxmlformats.org/drawingml/2006/main">
            <a:off x="8115300" y="3800475"/>
            <a:ext cx="3409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7313B"/>
                </a:solidFill>
                <a:latin typeface="DejaVu Sans"/>
                <a:ea typeface="DejaVu Sans"/>
                <a:cs typeface="DejaVu Sans"/>
              </a:defRPr>
            </a:defPPr>
          </a:lstStyle>
          <a:p xmlns:a="http://schemas.openxmlformats.org/drawingml/2006/main">
            <a:pPr>
              <a:defRPr sz="2100" b="1">
                <a:solidFill>
                  <a:srgbClr val="17313B"/>
                </a:solidFill>
                <a:latin typeface="DejaVu Sans"/>
                <a:ea typeface="DejaVu Sans"/>
                <a:cs typeface="DejaVu Sans"/>
              </a:defRPr>
            </a:pPr>
            <a:r>
              <a:rPr sz="2100" b="1">
                <a:solidFill>
                  <a:srgbClr val="17313B"/>
                </a:solidFill>
                <a:latin typeface="DejaVu Sans"/>
                <a:ea typeface="DejaVu Sans"/>
                <a:cs typeface="DejaVu Sans"/>
              </a:rPr>
              <a:t>Week 7</a:t>
            </a:r>
          </a:p>
        </p:txBody>
      </p:sp>
      <p:sp>
        <p:nvSpPr>
          <p:cNvPr id="26" name="">
            <a:extLst xmlns:a="http://schemas.openxmlformats.org/drawingml/2006/main">
              <a:ext uri="{FF2B5EF4-FFF2-40B4-BE49-F238E27FC236}">
                <a16:creationId xmlns:a16="http://schemas.microsoft.com/office/drawing/2014/main" id="{0D6A5C8D-3EA9-4008-815A-904F7072FD31}"/>
              </a:ext>
            </a:extLst>
          </p:cNvPr>
          <p:cNvSpPr>
            <a:spLocks xmlns:a="http://schemas.openxmlformats.org/drawingml/2006/main" noGrp="1"/>
          </p:cNvSpPr>
          <p:nvPr/>
        </p:nvSpPr>
        <p:spPr>
          <a:xfrm xmlns:a="http://schemas.openxmlformats.org/drawingml/2006/main">
            <a:off x="8115300" y="4333875"/>
            <a:ext cx="340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17313B"/>
                </a:solidFill>
                <a:latin typeface="DejaVu Sans"/>
                <a:ea typeface="DejaVu Sans"/>
                <a:cs typeface="DejaVu Sans"/>
              </a:defRPr>
            </a:defPPr>
          </a:lstStyle>
          <a:p xmlns:a="http://schemas.openxmlformats.org/drawingml/2006/main">
            <a:pPr>
              <a:defRPr sz="1725" b="0">
                <a:solidFill>
                  <a:srgbClr val="17313B"/>
                </a:solidFill>
                <a:latin typeface="DejaVu Sans"/>
                <a:ea typeface="DejaVu Sans"/>
                <a:cs typeface="DejaVu Sans"/>
              </a:defRPr>
            </a:pPr>
            <a:r>
              <a:rPr sz="1725" b="0">
                <a:solidFill>
                  <a:srgbClr val="17313B"/>
                </a:solidFill>
                <a:latin typeface="DejaVu Sans"/>
                <a:ea typeface="DejaVu Sans"/>
                <a:cs typeface="DejaVu Sans"/>
              </a:rPr>
              <a:t>Scale, adapt or stop</a:t>
            </a:r>
          </a:p>
        </p:txBody>
      </p:sp>
      <p:sp>
        <p:nvSpPr>
          <p:cNvPr id="27" name="">
            <a:extLst xmlns:a="http://schemas.openxmlformats.org/drawingml/2006/main">
              <a:ext uri="{FF2B5EF4-FFF2-40B4-BE49-F238E27FC236}">
                <a16:creationId xmlns:a16="http://schemas.microsoft.com/office/drawing/2014/main" id="{63E3BF2A-B897-4084-B5D5-918AA65D774E}"/>
              </a:ext>
            </a:extLst>
          </p:cNvPr>
          <p:cNvSpPr>
            <a:spLocks xmlns:a="http://schemas.openxmlformats.org/drawingml/2006/main" noGrp="1"/>
          </p:cNvSpPr>
          <p:nvPr/>
        </p:nvSpPr>
        <p:spPr>
          <a:xfrm xmlns:a="http://schemas.openxmlformats.org/drawingml/2006/main">
            <a:off x="8115300" y="4867275"/>
            <a:ext cx="3409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53656C"/>
                </a:solidFill>
                <a:latin typeface="DejaVu Sans"/>
                <a:ea typeface="DejaVu Sans"/>
                <a:cs typeface="DejaVu Sans"/>
              </a:defRPr>
            </a:defPPr>
          </a:lstStyle>
          <a:p xmlns:a="http://schemas.openxmlformats.org/drawingml/2006/main">
            <a:pPr>
              <a:defRPr sz="1425" b="0">
                <a:solidFill>
                  <a:srgbClr val="53656C"/>
                </a:solidFill>
                <a:latin typeface="DejaVu Sans"/>
                <a:ea typeface="DejaVu Sans"/>
                <a:cs typeface="DejaVu Sans"/>
              </a:defRPr>
            </a:pPr>
            <a:r>
              <a:rPr sz="1425" b="0">
                <a:solidFill>
                  <a:srgbClr val="53656C"/>
                </a:solidFill>
                <a:latin typeface="DejaVu Sans"/>
                <a:ea typeface="DejaVu Sans"/>
                <a:cs typeface="DejaVu Sans"/>
              </a:rPr>
              <a:t>Owner: sponsor</a:t>
            </a:r>
          </a:p>
        </p:txBody>
      </p:sp>
      <p:sp>
        <p:nvSpPr>
          <p:cNvPr id="28" name="">
            <a:extLst xmlns:a="http://schemas.openxmlformats.org/drawingml/2006/main">
              <a:ext uri="{FF2B5EF4-FFF2-40B4-BE49-F238E27FC236}">
                <a16:creationId xmlns:a16="http://schemas.microsoft.com/office/drawing/2014/main" id="{A695A90D-92A8-4CDD-875F-B4FF078FD7AC}"/>
              </a:ext>
            </a:extLst>
          </p:cNvPr>
          <p:cNvSpPr>
            <a:spLocks xmlns:a="http://schemas.openxmlformats.org/drawingml/2006/main" noGrp="1"/>
          </p:cNvSpPr>
          <p:nvPr/>
        </p:nvSpPr>
        <p:spPr>
          <a:xfrm xmlns:a="http://schemas.openxmlformats.org/drawingml/2006/main">
            <a:off x="8115300" y="5467350"/>
            <a:ext cx="3409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1">
                <a:solidFill>
                  <a:srgbClr val="17313B"/>
                </a:solidFill>
                <a:latin typeface="DejaVu Sans"/>
                <a:ea typeface="DejaVu Sans"/>
                <a:cs typeface="DejaVu Sans"/>
              </a:defRPr>
            </a:defPPr>
          </a:lstStyle>
          <a:p xmlns:a="http://schemas.openxmlformats.org/drawingml/2006/main">
            <a:pPr>
              <a:defRPr sz="1500" b="1">
                <a:solidFill>
                  <a:srgbClr val="17313B"/>
                </a:solidFill>
                <a:latin typeface="DejaVu Sans"/>
                <a:ea typeface="DejaVu Sans"/>
                <a:cs typeface="DejaVu Sans"/>
              </a:defRPr>
            </a:pPr>
            <a:r>
              <a:rPr sz="1500" b="1">
                <a:solidFill>
                  <a:srgbClr val="17313B"/>
                </a:solidFill>
                <a:latin typeface="DejaVu Sans"/>
                <a:ea typeface="DejaVu Sans"/>
                <a:cs typeface="DejaVu Sans"/>
              </a:rPr>
              <a:t>Gate: decision recorded</a:t>
            </a:r>
          </a:p>
        </p:txBody>
      </p:sp>
    </p:spTree>
    <p:extLst>
      <p:ext uri="{BB962C8B-B14F-4D97-AF65-F5344CB8AC3E}">
        <p14:creationId xmlns:p14="http://schemas.microsoft.com/office/powerpoint/2010/main" val="15826987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888F78A-2A00-4B74-8743-118264AFE000}"/>
              </a:ext>
            </a:extLst>
          </p:cNvPr>
          <p:cNvSpPr>
            <a:spLocks xmlns:a="http://schemas.openxmlformats.org/drawingml/2006/main" noGrp="1"/>
          </p:cNvSpPr>
          <p:nvPr/>
        </p:nvSpPr>
        <p:spPr>
          <a:xfrm xmlns:a="http://schemas.openxmlformats.org/drawingml/2006/main">
            <a:off x="609600" y="2667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1">
                <a:solidFill>
                  <a:srgbClr val="53656C"/>
                </a:solidFill>
                <a:latin typeface="DejaVu Sans"/>
                <a:ea typeface="DejaVu Sans"/>
                <a:cs typeface="DejaVu Sans"/>
              </a:defRPr>
            </a:defPPr>
          </a:lstStyle>
          <a:p xmlns:a="http://schemas.openxmlformats.org/drawingml/2006/main">
            <a:pPr>
              <a:defRPr sz="975" b="1">
                <a:solidFill>
                  <a:srgbClr val="53656C"/>
                </a:solidFill>
                <a:latin typeface="DejaVu Sans"/>
                <a:ea typeface="DejaVu Sans"/>
                <a:cs typeface="DejaVu Sans"/>
              </a:defRPr>
            </a:pPr>
            <a:r>
              <a:rPr sz="975" b="1">
                <a:solidFill>
                  <a:srgbClr val="53656C"/>
                </a:solidFill>
                <a:latin typeface="DejaVu Sans"/>
                <a:ea typeface="DejaVu Sans"/>
                <a:cs typeface="DejaVu Sans"/>
              </a:rPr>
              <a:t>DECISION RECORD</a:t>
            </a:r>
          </a:p>
        </p:txBody>
      </p:sp>
      <p:sp>
        <p:nvSpPr>
          <p:cNvPr id="2" name="">
            <a:extLst xmlns:a="http://schemas.openxmlformats.org/drawingml/2006/main">
              <a:ext uri="{FF2B5EF4-FFF2-40B4-BE49-F238E27FC236}">
                <a16:creationId xmlns:a16="http://schemas.microsoft.com/office/drawing/2014/main" id="{6297F348-EE78-4CA8-AB26-D7A40545A832}"/>
              </a:ext>
            </a:extLst>
          </p:cNvPr>
          <p:cNvSpPr>
            <a:spLocks xmlns:a="http://schemas.openxmlformats.org/drawingml/2006/main" noGrp="1"/>
          </p:cNvSpPr>
          <p:nvPr/>
        </p:nvSpPr>
        <p:spPr>
          <a:xfrm xmlns:a="http://schemas.openxmlformats.org/drawingml/2006/main">
            <a:off x="609600" y="6477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17313B"/>
                </a:solidFill>
                <a:latin typeface="DejaVu Sans"/>
                <a:ea typeface="DejaVu Sans"/>
                <a:cs typeface="DejaVu Sans"/>
              </a:defRPr>
            </a:defPPr>
          </a:lstStyle>
          <a:p xmlns:a="http://schemas.openxmlformats.org/drawingml/2006/main">
            <a:pPr>
              <a:defRPr sz="2625" b="1">
                <a:solidFill>
                  <a:srgbClr val="17313B"/>
                </a:solidFill>
                <a:latin typeface="DejaVu Sans"/>
                <a:ea typeface="DejaVu Sans"/>
                <a:cs typeface="DejaVu Sans"/>
              </a:defRPr>
            </a:pPr>
            <a:r>
              <a:rPr sz="2625" b="1">
                <a:solidFill>
                  <a:srgbClr val="17313B"/>
                </a:solidFill>
                <a:latin typeface="DejaVu Sans"/>
                <a:ea typeface="DejaVu Sans"/>
                <a:cs typeface="DejaVu Sans"/>
              </a:rPr>
              <a:t>Approve the pilot scope and assign a review owner</a:t>
            </a:r>
          </a:p>
        </p:txBody>
      </p:sp>
      <p:sp>
        <p:nvSpPr>
          <p:cNvPr id="3" name="">
            <a:extLst xmlns:a="http://schemas.openxmlformats.org/drawingml/2006/main">
              <a:ext uri="{FF2B5EF4-FFF2-40B4-BE49-F238E27FC236}">
                <a16:creationId xmlns:a16="http://schemas.microsoft.com/office/drawing/2014/main" id="{2EF8A0A3-9232-48A3-A533-0D0B2F1815DA}"/>
              </a:ext>
            </a:extLst>
          </p:cNvPr>
          <p:cNvSpPr>
            <a:spLocks xmlns:a="http://schemas.openxmlformats.org/drawingml/2006/main" noGrp="1"/>
          </p:cNvSpPr>
          <p:nvPr/>
        </p:nvSpPr>
        <p:spPr>
          <a:xfrm xmlns:a="http://schemas.openxmlformats.org/drawingml/2006/main">
            <a:off x="609600" y="1609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53656C"/>
                </a:solidFill>
                <a:latin typeface="DejaVu Sans"/>
                <a:ea typeface="DejaVu Sans"/>
                <a:cs typeface="DejaVu Sans"/>
              </a:defRPr>
            </a:defPPr>
          </a:lstStyle>
          <a:p xmlns:a="http://schemas.openxmlformats.org/drawingml/2006/main">
            <a:pPr>
              <a:defRPr sz="1350" b="0">
                <a:solidFill>
                  <a:srgbClr val="53656C"/>
                </a:solidFill>
                <a:latin typeface="DejaVu Sans"/>
                <a:ea typeface="DejaVu Sans"/>
                <a:cs typeface="DejaVu Sans"/>
              </a:defRPr>
            </a:pPr>
            <a:r>
              <a:rPr sz="1350" b="0">
                <a:solidFill>
                  <a:srgbClr val="53656C"/>
                </a:solidFill>
                <a:latin typeface="DejaVu Sans"/>
                <a:ea typeface="DejaVu Sans"/>
                <a:cs typeface="DejaVu Sans"/>
              </a:rPr>
              <a:t>Draft decision request; no approval is implied by this example</a:t>
            </a:r>
          </a:p>
        </p:txBody>
      </p:sp>
      <p:sp>
        <p:nvSpPr>
          <p:cNvPr id="4" name="">
            <a:extLst xmlns:a="http://schemas.openxmlformats.org/drawingml/2006/main">
              <a:ext uri="{FF2B5EF4-FFF2-40B4-BE49-F238E27FC236}">
                <a16:creationId xmlns:a16="http://schemas.microsoft.com/office/drawing/2014/main" id="{D6293BFF-322A-45C4-A863-400A1D882F14}"/>
              </a:ext>
            </a:extLst>
          </p:cNvPr>
          <p:cNvSpPr>
            <a:spLocks xmlns:a="http://schemas.openxmlformats.org/drawingml/2006/main" noGrp="1"/>
          </p:cNvSpPr>
          <p:nvPr/>
        </p:nvSpPr>
        <p:spPr>
          <a:xfrm xmlns:a="http://schemas.openxmlformats.org/drawingml/2006/main">
            <a:off x="609600" y="2038350"/>
            <a:ext cx="10972800" cy="19050"/>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96A760-5D92-49D0-A2CF-D10AAB152D29}"/>
              </a:ext>
            </a:extLst>
          </p:cNvPr>
          <p:cNvSpPr>
            <a:spLocks xmlns:a="http://schemas.openxmlformats.org/drawingml/2006/main" noGrp="1"/>
          </p:cNvSpPr>
          <p:nvPr/>
        </p:nvSpPr>
        <p:spPr>
          <a:xfrm xmlns:a="http://schemas.openxmlformats.org/drawingml/2006/main">
            <a:off x="609600" y="63150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B9FBBF3-7348-442F-9D40-F2A8DC98FD0A}"/>
              </a:ext>
            </a:extLst>
          </p:cNvPr>
          <p:cNvSpPr>
            <a:spLocks xmlns:a="http://schemas.openxmlformats.org/drawingml/2006/main" noGrp="1"/>
          </p:cNvSpPr>
          <p:nvPr/>
        </p:nvSpPr>
        <p:spPr>
          <a:xfrm xmlns:a="http://schemas.openxmlformats.org/drawingml/2006/main">
            <a:off x="609600" y="641985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0">
                <a:solidFill>
                  <a:srgbClr val="53656C"/>
                </a:solidFill>
                <a:latin typeface="DejaVu Sans"/>
                <a:ea typeface="DejaVu Sans"/>
                <a:cs typeface="DejaVu Sans"/>
              </a:defRPr>
            </a:defPPr>
          </a:lstStyle>
          <a:p xmlns:a="http://schemas.openxmlformats.org/drawingml/2006/main">
            <a:pPr>
              <a:defRPr sz="900" b="0">
                <a:solidFill>
                  <a:srgbClr val="53656C"/>
                </a:solidFill>
                <a:latin typeface="DejaVu Sans"/>
                <a:ea typeface="DejaVu Sans"/>
                <a:cs typeface="DejaVu Sans"/>
              </a:defRPr>
            </a:pPr>
            <a:r>
              <a:rPr sz="900" b="0">
                <a:solidFill>
                  <a:srgbClr val="53656C"/>
                </a:solidFill>
                <a:latin typeface="DejaVu Sans"/>
                <a:ea typeface="DejaVu Sans"/>
                <a:cs typeface="DejaVu Sans"/>
              </a:rPr>
              <a:t>SYNTHETIC EXAMPLE  |  Replace evidence, owners and sources before use</a:t>
            </a:r>
          </a:p>
        </p:txBody>
      </p:sp>
      <p:sp>
        <p:nvSpPr>
          <p:cNvPr id="7" name="">
            <a:extLst xmlns:a="http://schemas.openxmlformats.org/drawingml/2006/main">
              <a:ext uri="{FF2B5EF4-FFF2-40B4-BE49-F238E27FC236}">
                <a16:creationId xmlns:a16="http://schemas.microsoft.com/office/drawing/2014/main" id="{D0F99D42-4D82-400E-914D-6D32A7D8D7FE}"/>
              </a:ext>
            </a:extLst>
          </p:cNvPr>
          <p:cNvSpPr>
            <a:spLocks xmlns:a="http://schemas.openxmlformats.org/drawingml/2006/main" noGrp="1"/>
          </p:cNvSpPr>
          <p:nvPr/>
        </p:nvSpPr>
        <p:spPr>
          <a:xfrm xmlns:a="http://schemas.openxmlformats.org/drawingml/2006/main">
            <a:off x="11001375" y="64198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00" b="1">
                <a:solidFill>
                  <a:srgbClr val="53656C"/>
                </a:solidFill>
                <a:latin typeface="DejaVu Sans"/>
                <a:ea typeface="DejaVu Sans"/>
                <a:cs typeface="DejaVu Sans"/>
              </a:defRPr>
            </a:defPPr>
          </a:lstStyle>
          <a:p xmlns:a="http://schemas.openxmlformats.org/drawingml/2006/main">
            <a:pPr>
              <a:defRPr sz="900" b="1">
                <a:solidFill>
                  <a:srgbClr val="53656C"/>
                </a:solidFill>
                <a:latin typeface="DejaVu Sans"/>
                <a:ea typeface="DejaVu Sans"/>
                <a:cs typeface="DejaVu Sans"/>
              </a:defRPr>
            </a:pPr>
            <a:r>
              <a:rPr sz="900" b="1">
                <a:solidFill>
                  <a:srgbClr val="53656C"/>
                </a:solidFill>
                <a:latin typeface="DejaVu Sans"/>
                <a:ea typeface="DejaVu Sans"/>
                <a:cs typeface="DejaVu Sans"/>
              </a:rPr>
              <a:t>06</a:t>
            </a:r>
          </a:p>
        </p:txBody>
      </p:sp>
      <p:sp>
        <p:nvSpPr>
          <p:cNvPr id="8" name="">
            <a:extLst xmlns:a="http://schemas.openxmlformats.org/drawingml/2006/main">
              <a:ext uri="{FF2B5EF4-FFF2-40B4-BE49-F238E27FC236}">
                <a16:creationId xmlns:a16="http://schemas.microsoft.com/office/drawing/2014/main" id="{C29C3154-6C38-40AE-8A39-1230B3E8DB40}"/>
              </a:ext>
            </a:extLst>
          </p:cNvPr>
          <p:cNvSpPr>
            <a:spLocks xmlns:a="http://schemas.openxmlformats.org/drawingml/2006/main" noGrp="1"/>
          </p:cNvSpPr>
          <p:nvPr/>
        </p:nvSpPr>
        <p:spPr>
          <a:xfrm xmlns:a="http://schemas.openxmlformats.org/drawingml/2006/main">
            <a:off x="609600" y="2362200"/>
            <a:ext cx="2362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187F79"/>
                </a:solidFill>
                <a:latin typeface="DejaVu Sans"/>
                <a:ea typeface="DejaVu Sans"/>
                <a:cs typeface="DejaVu Sans"/>
              </a:defRPr>
            </a:defPPr>
          </a:lstStyle>
          <a:p xmlns:a="http://schemas.openxmlformats.org/drawingml/2006/main">
            <a:pPr>
              <a:defRPr sz="1125" b="1">
                <a:solidFill>
                  <a:srgbClr val="187F79"/>
                </a:solidFill>
                <a:latin typeface="DejaVu Sans"/>
                <a:ea typeface="DejaVu Sans"/>
                <a:cs typeface="DejaVu Sans"/>
              </a:defRPr>
            </a:pPr>
            <a:r>
              <a:rPr sz="1125" b="1">
                <a:solidFill>
                  <a:srgbClr val="187F79"/>
                </a:solidFill>
                <a:latin typeface="DejaVu Sans"/>
                <a:ea typeface="DejaVu Sans"/>
                <a:cs typeface="DejaVu Sans"/>
              </a:rPr>
              <a:t>DECISION</a:t>
            </a:r>
          </a:p>
        </p:txBody>
      </p:sp>
      <p:sp>
        <p:nvSpPr>
          <p:cNvPr id="9" name="">
            <a:extLst xmlns:a="http://schemas.openxmlformats.org/drawingml/2006/main">
              <a:ext uri="{FF2B5EF4-FFF2-40B4-BE49-F238E27FC236}">
                <a16:creationId xmlns:a16="http://schemas.microsoft.com/office/drawing/2014/main" id="{6F43DAFF-8BD7-419A-AA84-EE2710A5D761}"/>
              </a:ext>
            </a:extLst>
          </p:cNvPr>
          <p:cNvSpPr>
            <a:spLocks xmlns:a="http://schemas.openxmlformats.org/drawingml/2006/main" noGrp="1"/>
          </p:cNvSpPr>
          <p:nvPr/>
        </p:nvSpPr>
        <p:spPr>
          <a:xfrm xmlns:a="http://schemas.openxmlformats.org/drawingml/2006/main">
            <a:off x="3105150" y="236220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17313B"/>
                </a:solidFill>
                <a:latin typeface="DejaVu Sans"/>
                <a:ea typeface="DejaVu Sans"/>
                <a:cs typeface="DejaVu Sans"/>
              </a:defRPr>
            </a:defPPr>
          </a:lstStyle>
          <a:p xmlns:a="http://schemas.openxmlformats.org/drawingml/2006/main">
            <a:pPr>
              <a:defRPr sz="1800" b="0">
                <a:solidFill>
                  <a:srgbClr val="17313B"/>
                </a:solidFill>
                <a:latin typeface="DejaVu Sans"/>
                <a:ea typeface="DejaVu Sans"/>
                <a:cs typeface="DejaVu Sans"/>
              </a:defRPr>
            </a:pPr>
            <a:r>
              <a:rPr sz="1800" b="0">
                <a:solidFill>
                  <a:srgbClr val="17313B"/>
                </a:solidFill>
                <a:latin typeface="DejaVu Sans"/>
                <a:ea typeface="DejaVu Sans"/>
                <a:cs typeface="DejaVu Sans"/>
              </a:rPr>
              <a:t>Run one bounded pilot before a wider commitment.</a:t>
            </a:r>
          </a:p>
        </p:txBody>
      </p:sp>
      <p:sp>
        <p:nvSpPr>
          <p:cNvPr id="10" name="">
            <a:extLst xmlns:a="http://schemas.openxmlformats.org/drawingml/2006/main">
              <a:ext uri="{FF2B5EF4-FFF2-40B4-BE49-F238E27FC236}">
                <a16:creationId xmlns:a16="http://schemas.microsoft.com/office/drawing/2014/main" id="{A495363A-349F-42AB-A77B-66B1B36C7C4A}"/>
              </a:ext>
            </a:extLst>
          </p:cNvPr>
          <p:cNvSpPr>
            <a:spLocks xmlns:a="http://schemas.openxmlformats.org/drawingml/2006/main" noGrp="1"/>
          </p:cNvSpPr>
          <p:nvPr/>
        </p:nvSpPr>
        <p:spPr>
          <a:xfrm xmlns:a="http://schemas.openxmlformats.org/drawingml/2006/main">
            <a:off x="609600" y="31146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DACE4F1-2EC5-436C-BF38-25B1C7C6CBCE}"/>
              </a:ext>
            </a:extLst>
          </p:cNvPr>
          <p:cNvSpPr>
            <a:spLocks xmlns:a="http://schemas.openxmlformats.org/drawingml/2006/main" noGrp="1"/>
          </p:cNvSpPr>
          <p:nvPr/>
        </p:nvSpPr>
        <p:spPr>
          <a:xfrm xmlns:a="http://schemas.openxmlformats.org/drawingml/2006/main">
            <a:off x="609600" y="3257550"/>
            <a:ext cx="2362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187F79"/>
                </a:solidFill>
                <a:latin typeface="DejaVu Sans"/>
                <a:ea typeface="DejaVu Sans"/>
                <a:cs typeface="DejaVu Sans"/>
              </a:defRPr>
            </a:defPPr>
          </a:lstStyle>
          <a:p xmlns:a="http://schemas.openxmlformats.org/drawingml/2006/main">
            <a:pPr>
              <a:defRPr sz="1125" b="1">
                <a:solidFill>
                  <a:srgbClr val="187F79"/>
                </a:solidFill>
                <a:latin typeface="DejaVu Sans"/>
                <a:ea typeface="DejaVu Sans"/>
                <a:cs typeface="DejaVu Sans"/>
              </a:defRPr>
            </a:pPr>
            <a:r>
              <a:rPr sz="1125" b="1">
                <a:solidFill>
                  <a:srgbClr val="187F79"/>
                </a:solidFill>
                <a:latin typeface="DejaVu Sans"/>
                <a:ea typeface="DejaVu Sans"/>
                <a:cs typeface="DejaVu Sans"/>
              </a:rPr>
              <a:t>CONDITIONS</a:t>
            </a:r>
          </a:p>
        </p:txBody>
      </p:sp>
      <p:sp>
        <p:nvSpPr>
          <p:cNvPr id="12" name="">
            <a:extLst xmlns:a="http://schemas.openxmlformats.org/drawingml/2006/main">
              <a:ext uri="{FF2B5EF4-FFF2-40B4-BE49-F238E27FC236}">
                <a16:creationId xmlns:a16="http://schemas.microsoft.com/office/drawing/2014/main" id="{0F2C2280-B5E0-4453-9DE7-40E936EA08BA}"/>
              </a:ext>
            </a:extLst>
          </p:cNvPr>
          <p:cNvSpPr>
            <a:spLocks xmlns:a="http://schemas.openxmlformats.org/drawingml/2006/main" noGrp="1"/>
          </p:cNvSpPr>
          <p:nvPr/>
        </p:nvSpPr>
        <p:spPr>
          <a:xfrm xmlns:a="http://schemas.openxmlformats.org/drawingml/2006/main">
            <a:off x="3105150" y="325755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17313B"/>
                </a:solidFill>
                <a:latin typeface="DejaVu Sans"/>
                <a:ea typeface="DejaVu Sans"/>
                <a:cs typeface="DejaVu Sans"/>
              </a:defRPr>
            </a:defPPr>
          </a:lstStyle>
          <a:p xmlns:a="http://schemas.openxmlformats.org/drawingml/2006/main">
            <a:pPr>
              <a:defRPr sz="1800" b="0">
                <a:solidFill>
                  <a:srgbClr val="17313B"/>
                </a:solidFill>
                <a:latin typeface="DejaVu Sans"/>
                <a:ea typeface="DejaVu Sans"/>
                <a:cs typeface="DejaVu Sans"/>
              </a:defRPr>
            </a:pPr>
            <a:r>
              <a:rPr sz="1800" b="0">
                <a:solidFill>
                  <a:srgbClr val="17313B"/>
                </a:solidFill>
                <a:latin typeface="DejaVu Sans"/>
                <a:ea typeface="DejaVu Sans"/>
                <a:cs typeface="DejaVu Sans"/>
              </a:rPr>
              <a:t>Agree success criteria, comparison group and stop conditions.</a:t>
            </a:r>
          </a:p>
        </p:txBody>
      </p:sp>
      <p:sp>
        <p:nvSpPr>
          <p:cNvPr id="13" name="">
            <a:extLst xmlns:a="http://schemas.openxmlformats.org/drawingml/2006/main">
              <a:ext uri="{FF2B5EF4-FFF2-40B4-BE49-F238E27FC236}">
                <a16:creationId xmlns:a16="http://schemas.microsoft.com/office/drawing/2014/main" id="{A6FEB375-6145-4A6F-9606-2F10C2EA00EF}"/>
              </a:ext>
            </a:extLst>
          </p:cNvPr>
          <p:cNvSpPr>
            <a:spLocks xmlns:a="http://schemas.openxmlformats.org/drawingml/2006/main" noGrp="1"/>
          </p:cNvSpPr>
          <p:nvPr/>
        </p:nvSpPr>
        <p:spPr>
          <a:xfrm xmlns:a="http://schemas.openxmlformats.org/drawingml/2006/main">
            <a:off x="609600" y="401002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07B5A5-98A5-4EF4-B12C-02A751FEAEA8}"/>
              </a:ext>
            </a:extLst>
          </p:cNvPr>
          <p:cNvSpPr>
            <a:spLocks xmlns:a="http://schemas.openxmlformats.org/drawingml/2006/main" noGrp="1"/>
          </p:cNvSpPr>
          <p:nvPr/>
        </p:nvSpPr>
        <p:spPr>
          <a:xfrm xmlns:a="http://schemas.openxmlformats.org/drawingml/2006/main">
            <a:off x="609600" y="4152900"/>
            <a:ext cx="2362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187F79"/>
                </a:solidFill>
                <a:latin typeface="DejaVu Sans"/>
                <a:ea typeface="DejaVu Sans"/>
                <a:cs typeface="DejaVu Sans"/>
              </a:defRPr>
            </a:defPPr>
          </a:lstStyle>
          <a:p xmlns:a="http://schemas.openxmlformats.org/drawingml/2006/main">
            <a:pPr>
              <a:defRPr sz="1125" b="1">
                <a:solidFill>
                  <a:srgbClr val="187F79"/>
                </a:solidFill>
                <a:latin typeface="DejaVu Sans"/>
                <a:ea typeface="DejaVu Sans"/>
                <a:cs typeface="DejaVu Sans"/>
              </a:defRPr>
            </a:pPr>
            <a:r>
              <a:rPr sz="1125" b="1">
                <a:solidFill>
                  <a:srgbClr val="187F79"/>
                </a:solidFill>
                <a:latin typeface="DejaVu Sans"/>
                <a:ea typeface="DejaVu Sans"/>
                <a:cs typeface="DejaVu Sans"/>
              </a:rPr>
              <a:t>ACCOUNTABILITY</a:t>
            </a:r>
          </a:p>
        </p:txBody>
      </p:sp>
      <p:sp>
        <p:nvSpPr>
          <p:cNvPr id="15" name="">
            <a:extLst xmlns:a="http://schemas.openxmlformats.org/drawingml/2006/main">
              <a:ext uri="{FF2B5EF4-FFF2-40B4-BE49-F238E27FC236}">
                <a16:creationId xmlns:a16="http://schemas.microsoft.com/office/drawing/2014/main" id="{696841F1-BF69-4781-B7BE-DBFB60B69D4B}"/>
              </a:ext>
            </a:extLst>
          </p:cNvPr>
          <p:cNvSpPr>
            <a:spLocks xmlns:a="http://schemas.openxmlformats.org/drawingml/2006/main" noGrp="1"/>
          </p:cNvSpPr>
          <p:nvPr/>
        </p:nvSpPr>
        <p:spPr>
          <a:xfrm xmlns:a="http://schemas.openxmlformats.org/drawingml/2006/main">
            <a:off x="3105150" y="415290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17313B"/>
                </a:solidFill>
                <a:latin typeface="DejaVu Sans"/>
                <a:ea typeface="DejaVu Sans"/>
                <a:cs typeface="DejaVu Sans"/>
              </a:defRPr>
            </a:defPPr>
          </a:lstStyle>
          <a:p xmlns:a="http://schemas.openxmlformats.org/drawingml/2006/main">
            <a:pPr>
              <a:defRPr sz="1800" b="0">
                <a:solidFill>
                  <a:srgbClr val="17313B"/>
                </a:solidFill>
                <a:latin typeface="DejaVu Sans"/>
                <a:ea typeface="DejaVu Sans"/>
                <a:cs typeface="DejaVu Sans"/>
              </a:defRPr>
            </a:pPr>
            <a:r>
              <a:rPr sz="1800" b="0">
                <a:solidFill>
                  <a:srgbClr val="17313B"/>
                </a:solidFill>
                <a:latin typeface="DejaVu Sans"/>
                <a:ea typeface="DejaVu Sans"/>
                <a:cs typeface="DejaVu Sans"/>
              </a:rPr>
              <a:t>Name one sponsor and one operating owner.</a:t>
            </a:r>
          </a:p>
        </p:txBody>
      </p:sp>
      <p:sp>
        <p:nvSpPr>
          <p:cNvPr id="16" name="">
            <a:extLst xmlns:a="http://schemas.openxmlformats.org/drawingml/2006/main">
              <a:ext uri="{FF2B5EF4-FFF2-40B4-BE49-F238E27FC236}">
                <a16:creationId xmlns:a16="http://schemas.microsoft.com/office/drawing/2014/main" id="{2E6F1BAA-DEAF-474A-BE2F-4632A5E25A5E}"/>
              </a:ext>
            </a:extLst>
          </p:cNvPr>
          <p:cNvSpPr>
            <a:spLocks xmlns:a="http://schemas.openxmlformats.org/drawingml/2006/main" noGrp="1"/>
          </p:cNvSpPr>
          <p:nvPr/>
        </p:nvSpPr>
        <p:spPr>
          <a:xfrm xmlns:a="http://schemas.openxmlformats.org/drawingml/2006/main">
            <a:off x="609600" y="4905375"/>
            <a:ext cx="10972800" cy="9525"/>
          </a:xfrm>
          <a:prstGeom xmlns:a="http://schemas.openxmlformats.org/drawingml/2006/main" prst="rect">
            <a:avLst/>
          </a:prstGeom>
          <a:solidFill xmlns:a="http://schemas.openxmlformats.org/drawingml/2006/main">
            <a:srgbClr val="CCD7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74FA818-00D5-4B6C-9536-25290BCB516D}"/>
              </a:ext>
            </a:extLst>
          </p:cNvPr>
          <p:cNvSpPr>
            <a:spLocks xmlns:a="http://schemas.openxmlformats.org/drawingml/2006/main" noGrp="1"/>
          </p:cNvSpPr>
          <p:nvPr/>
        </p:nvSpPr>
        <p:spPr>
          <a:xfrm xmlns:a="http://schemas.openxmlformats.org/drawingml/2006/main">
            <a:off x="609600" y="5048250"/>
            <a:ext cx="2362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1">
                <a:solidFill>
                  <a:srgbClr val="187F79"/>
                </a:solidFill>
                <a:latin typeface="DejaVu Sans"/>
                <a:ea typeface="DejaVu Sans"/>
                <a:cs typeface="DejaVu Sans"/>
              </a:defRPr>
            </a:defPPr>
          </a:lstStyle>
          <a:p xmlns:a="http://schemas.openxmlformats.org/drawingml/2006/main">
            <a:pPr>
              <a:defRPr sz="1125" b="1">
                <a:solidFill>
                  <a:srgbClr val="187F79"/>
                </a:solidFill>
                <a:latin typeface="DejaVu Sans"/>
                <a:ea typeface="DejaVu Sans"/>
                <a:cs typeface="DejaVu Sans"/>
              </a:defRPr>
            </a:pPr>
            <a:r>
              <a:rPr sz="1125" b="1">
                <a:solidFill>
                  <a:srgbClr val="187F79"/>
                </a:solidFill>
                <a:latin typeface="DejaVu Sans"/>
                <a:ea typeface="DejaVu Sans"/>
                <a:cs typeface="DejaVu Sans"/>
              </a:rPr>
              <a:t>NEXT REVIEW</a:t>
            </a:r>
          </a:p>
        </p:txBody>
      </p:sp>
      <p:sp>
        <p:nvSpPr>
          <p:cNvPr id="18" name="">
            <a:extLst xmlns:a="http://schemas.openxmlformats.org/drawingml/2006/main">
              <a:ext uri="{FF2B5EF4-FFF2-40B4-BE49-F238E27FC236}">
                <a16:creationId xmlns:a16="http://schemas.microsoft.com/office/drawing/2014/main" id="{7544E0FD-41C2-42C7-9005-1B9A050E733B}"/>
              </a:ext>
            </a:extLst>
          </p:cNvPr>
          <p:cNvSpPr>
            <a:spLocks xmlns:a="http://schemas.openxmlformats.org/drawingml/2006/main" noGrp="1"/>
          </p:cNvSpPr>
          <p:nvPr/>
        </p:nvSpPr>
        <p:spPr>
          <a:xfrm xmlns:a="http://schemas.openxmlformats.org/drawingml/2006/main">
            <a:off x="3105150" y="5048250"/>
            <a:ext cx="8420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17313B"/>
                </a:solidFill>
                <a:latin typeface="DejaVu Sans"/>
                <a:ea typeface="DejaVu Sans"/>
                <a:cs typeface="DejaVu Sans"/>
              </a:defRPr>
            </a:defPPr>
          </a:lstStyle>
          <a:p xmlns:a="http://schemas.openxmlformats.org/drawingml/2006/main">
            <a:pPr>
              <a:defRPr sz="1800" b="0">
                <a:solidFill>
                  <a:srgbClr val="17313B"/>
                </a:solidFill>
                <a:latin typeface="DejaVu Sans"/>
                <a:ea typeface="DejaVu Sans"/>
                <a:cs typeface="DejaVu Sans"/>
              </a:defRPr>
            </a:pPr>
            <a:r>
              <a:rPr sz="1800" b="0">
                <a:solidFill>
                  <a:srgbClr val="17313B"/>
                </a:solidFill>
                <a:latin typeface="DejaVu Sans"/>
                <a:ea typeface="DejaVu Sans"/>
                <a:cs typeface="DejaVu Sans"/>
              </a:rPr>
              <a:t>Review the evidence at the agreed gate; record scale, adapt or stop.</a:t>
            </a:r>
          </a:p>
        </p:txBody>
      </p:sp>
    </p:spTree>
    <p:extLst>
      <p:ext uri="{BB962C8B-B14F-4D97-AF65-F5344CB8AC3E}">
        <p14:creationId xmlns:p14="http://schemas.microsoft.com/office/powerpoint/2010/main" val="874126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2026-10-11T12:23:17.6110000Z</dcterms:created>
  <dcterms:modified xsi:type="dcterms:W3CDTF">2026-10-11T12:23:17.6120000Z</dcterms:modified>
</coreProperties>
</file>